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notesMasterIdLst>
    <p:notesMasterId r:id="rId4"/>
  </p:notesMasterIdLst>
  <p:sldIdLst>
    <p:sldId id="5787" r:id="rId3"/>
  </p:sldIdLst>
  <p:sldSz cx="12192000" cy="6858000"/>
  <p:notesSz cx="6858000" cy="9144000"/>
  <p:custDataLst>
    <p:tags r:id="rId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0000"/>
    <a:srgbClr val="F6F6F6"/>
    <a:srgbClr val="580000"/>
    <a:srgbClr val="9999FF"/>
    <a:srgbClr val="6666FF"/>
    <a:srgbClr val="0073A6"/>
    <a:srgbClr val="0085AE"/>
    <a:srgbClr val="3AA7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3832" autoAdjust="0"/>
  </p:normalViewPr>
  <p:slideViewPr>
    <p:cSldViewPr snapToGrid="0" showGuides="1">
      <p:cViewPr varScale="1">
        <p:scale>
          <a:sx n="100" d="100"/>
          <a:sy n="100" d="100"/>
        </p:scale>
        <p:origin x="924" y="84"/>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tags" Target="tags/tag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73DDA-EF99-4D0F-AD1E-35929B033D15}" type="datetimeFigureOut">
              <a:rPr lang="zh-CN" altLang="en-US" smtClean="0"/>
              <a:t>2026/2/5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103264-7A87-4363-AFA4-CCAB038A6429}" type="slidenum">
              <a:rPr lang="zh-CN" altLang="en-US" smtClean="0"/>
              <a:t>‹Nº›</a:t>
            </a:fld>
            <a:endParaRPr lang="zh-CN" altLang="en-US"/>
          </a:p>
        </p:txBody>
      </p:sp>
    </p:spTree>
    <p:extLst>
      <p:ext uri="{BB962C8B-B14F-4D97-AF65-F5344CB8AC3E}">
        <p14:creationId xmlns:p14="http://schemas.microsoft.com/office/powerpoint/2010/main" val="332152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206016"/>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仅标题">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FED0EA90-7795-4749-888D-60C300EE35EB}"/>
              </a:ext>
            </a:extLst>
          </p:cNvPr>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a:extLst>
              <a:ext uri="{FF2B5EF4-FFF2-40B4-BE49-F238E27FC236}">
                <a16:creationId xmlns:a16="http://schemas.microsoft.com/office/drawing/2014/main" id="{65697559-FEAD-4314-A72D-43B33F3BC8E6}"/>
              </a:ext>
            </a:extLst>
          </p:cNvPr>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a:extLst>
              <a:ext uri="{FF2B5EF4-FFF2-40B4-BE49-F238E27FC236}">
                <a16:creationId xmlns:a16="http://schemas.microsoft.com/office/drawing/2014/main" id="{032B7C4B-9DE7-42E6-9E55-A2C717C78A9E}"/>
              </a:ext>
            </a:extLst>
          </p:cNvPr>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a:extLst>
              <a:ext uri="{FF2B5EF4-FFF2-40B4-BE49-F238E27FC236}">
                <a16:creationId xmlns:a16="http://schemas.microsoft.com/office/drawing/2014/main" id="{42A96E9B-CD21-4656-9030-A7F4AE07A2C1}"/>
              </a:ext>
            </a:extLst>
          </p:cNvPr>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6" name="TextBox 57">
            <a:extLst>
              <a:ext uri="{FF2B5EF4-FFF2-40B4-BE49-F238E27FC236}">
                <a16:creationId xmlns:a16="http://schemas.microsoft.com/office/drawing/2014/main" id="{57049035-9568-4049-AD08-86954D460E03}"/>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7" name="TextBox 58">
            <a:extLst>
              <a:ext uri="{FF2B5EF4-FFF2-40B4-BE49-F238E27FC236}">
                <a16:creationId xmlns:a16="http://schemas.microsoft.com/office/drawing/2014/main" id="{CFCB8C34-4DE8-4D50-BF41-744A8E3DEE47}"/>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9" name="TextBox 60">
            <a:extLst>
              <a:ext uri="{FF2B5EF4-FFF2-40B4-BE49-F238E27FC236}">
                <a16:creationId xmlns:a16="http://schemas.microsoft.com/office/drawing/2014/main" id="{90C65F52-4D9D-48E3-AB24-E6E9CA323DEE}"/>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442037789"/>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2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1520702" y="1378857"/>
            <a:ext cx="2561770" cy="2561770"/>
          </a:xfrm>
          <a:custGeom>
            <a:avLst/>
            <a:gdLst>
              <a:gd name="connsiteX0" fmla="*/ 1280885 w 2561770"/>
              <a:gd name="connsiteY0" fmla="*/ 0 h 2561770"/>
              <a:gd name="connsiteX1" fmla="*/ 2561770 w 2561770"/>
              <a:gd name="connsiteY1" fmla="*/ 1280885 h 2561770"/>
              <a:gd name="connsiteX2" fmla="*/ 1280885 w 2561770"/>
              <a:gd name="connsiteY2" fmla="*/ 2561770 h 2561770"/>
              <a:gd name="connsiteX3" fmla="*/ 0 w 2561770"/>
              <a:gd name="connsiteY3" fmla="*/ 1280885 h 2561770"/>
              <a:gd name="connsiteX4" fmla="*/ 1280885 w 2561770"/>
              <a:gd name="connsiteY4" fmla="*/ 0 h 2561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770" h="2561770">
                <a:moveTo>
                  <a:pt x="1280885" y="0"/>
                </a:moveTo>
                <a:cubicBezTo>
                  <a:pt x="1988298" y="0"/>
                  <a:pt x="2561770" y="573472"/>
                  <a:pt x="2561770" y="1280885"/>
                </a:cubicBezTo>
                <a:cubicBezTo>
                  <a:pt x="2561770" y="1988298"/>
                  <a:pt x="1988298" y="2561770"/>
                  <a:pt x="1280885" y="2561770"/>
                </a:cubicBezTo>
                <a:cubicBezTo>
                  <a:pt x="573472" y="2561770"/>
                  <a:pt x="0" y="1988298"/>
                  <a:pt x="0" y="1280885"/>
                </a:cubicBezTo>
                <a:cubicBezTo>
                  <a:pt x="0" y="573472"/>
                  <a:pt x="573472" y="0"/>
                  <a:pt x="1280885" y="0"/>
                </a:cubicBezTo>
                <a:close/>
              </a:path>
            </a:pathLst>
          </a:custGeom>
          <a:solidFill>
            <a:schemeClr val="tx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a:endParaRPr lang="zh-CN" altLang="en-US"/>
          </a:p>
        </p:txBody>
      </p:sp>
    </p:spTree>
    <p:extLst>
      <p:ext uri="{BB962C8B-B14F-4D97-AF65-F5344CB8AC3E}">
        <p14:creationId xmlns:p14="http://schemas.microsoft.com/office/powerpoint/2010/main" val="4187863182"/>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1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0" y="0"/>
            <a:ext cx="4564564" cy="6858000"/>
          </a:xfrm>
          <a:custGeom>
            <a:avLst/>
            <a:gdLst>
              <a:gd name="connsiteX0" fmla="*/ 0 w 4564564"/>
              <a:gd name="connsiteY0" fmla="*/ 0 h 6858000"/>
              <a:gd name="connsiteX1" fmla="*/ 2066831 w 4564564"/>
              <a:gd name="connsiteY1" fmla="*/ 0 h 6858000"/>
              <a:gd name="connsiteX2" fmla="*/ 4564564 w 4564564"/>
              <a:gd name="connsiteY2" fmla="*/ 3428999 h 6858000"/>
              <a:gd name="connsiteX3" fmla="*/ 4564563 w 4564564"/>
              <a:gd name="connsiteY3" fmla="*/ 3429000 h 6858000"/>
              <a:gd name="connsiteX4" fmla="*/ 4564564 w 4564564"/>
              <a:gd name="connsiteY4" fmla="*/ 3429001 h 6858000"/>
              <a:gd name="connsiteX5" fmla="*/ 2066831 w 4564564"/>
              <a:gd name="connsiteY5" fmla="*/ 6858000 h 6858000"/>
              <a:gd name="connsiteX6" fmla="*/ 0 w 45645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64564" h="6858000">
                <a:moveTo>
                  <a:pt x="0" y="0"/>
                </a:moveTo>
                <a:lnTo>
                  <a:pt x="2066831" y="0"/>
                </a:lnTo>
                <a:lnTo>
                  <a:pt x="4564564" y="3428999"/>
                </a:lnTo>
                <a:lnTo>
                  <a:pt x="4564563" y="3429000"/>
                </a:lnTo>
                <a:lnTo>
                  <a:pt x="4564564" y="3429001"/>
                </a:lnTo>
                <a:lnTo>
                  <a:pt x="2066831" y="6858000"/>
                </a:lnTo>
                <a:lnTo>
                  <a:pt x="0" y="685800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133806906"/>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2645396" y="1552093"/>
            <a:ext cx="3318388" cy="3318388"/>
          </a:xfrm>
          <a:custGeom>
            <a:avLst/>
            <a:gdLst>
              <a:gd name="connsiteX0" fmla="*/ 1659194 w 3318388"/>
              <a:gd name="connsiteY0" fmla="*/ 0 h 3318388"/>
              <a:gd name="connsiteX1" fmla="*/ 3318388 w 3318388"/>
              <a:gd name="connsiteY1" fmla="*/ 1659194 h 3318388"/>
              <a:gd name="connsiteX2" fmla="*/ 1659194 w 3318388"/>
              <a:gd name="connsiteY2" fmla="*/ 3318388 h 3318388"/>
              <a:gd name="connsiteX3" fmla="*/ 0 w 3318388"/>
              <a:gd name="connsiteY3" fmla="*/ 1659194 h 3318388"/>
              <a:gd name="connsiteX4" fmla="*/ 1659194 w 3318388"/>
              <a:gd name="connsiteY4" fmla="*/ 0 h 3318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8388" h="3318388">
                <a:moveTo>
                  <a:pt x="1659194" y="0"/>
                </a:moveTo>
                <a:cubicBezTo>
                  <a:pt x="2575542" y="0"/>
                  <a:pt x="3318388" y="742846"/>
                  <a:pt x="3318388" y="1659194"/>
                </a:cubicBezTo>
                <a:cubicBezTo>
                  <a:pt x="3318388" y="2575542"/>
                  <a:pt x="2575542" y="3318388"/>
                  <a:pt x="1659194" y="3318388"/>
                </a:cubicBezTo>
                <a:cubicBezTo>
                  <a:pt x="742846" y="3318388"/>
                  <a:pt x="0" y="2575542"/>
                  <a:pt x="0" y="1659194"/>
                </a:cubicBezTo>
                <a:cubicBezTo>
                  <a:pt x="0" y="742846"/>
                  <a:pt x="742846" y="0"/>
                  <a:pt x="1659194" y="0"/>
                </a:cubicBezTo>
                <a:close/>
              </a:path>
            </a:pathLst>
          </a:custGeom>
          <a:solidFill>
            <a:schemeClr val="tx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a:endParaRPr lang="zh-CN" altLang="en-US"/>
          </a:p>
        </p:txBody>
      </p:sp>
    </p:spTree>
    <p:extLst>
      <p:ext uri="{BB962C8B-B14F-4D97-AF65-F5344CB8AC3E}">
        <p14:creationId xmlns:p14="http://schemas.microsoft.com/office/powerpoint/2010/main" val="2487737047"/>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8781038"/>
      </p:ext>
    </p:extLst>
  </p:cSld>
  <p:clrMapOvr>
    <a:masterClrMapping/>
  </p:clrMapOvr>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noAutofit/>
          </a:bodyPr>
          <a:lstStyle>
            <a:lvl1pPr algn="ctr">
              <a:defRPr sz="8800" b="1">
                <a:solidFill>
                  <a:srgbClr val="8E1C3D"/>
                </a:solidFill>
              </a:defRPr>
            </a:lvl1pPr>
          </a:lstStyle>
          <a:p>
            <a:r>
              <a:rPr lang="es-ES"/>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s-MX"/>
          </a:p>
        </p:txBody>
      </p:sp>
      <p:sp>
        <p:nvSpPr>
          <p:cNvPr id="4" name="Marcador de fecha 3"/>
          <p:cNvSpPr>
            <a:spLocks noGrp="1"/>
          </p:cNvSpPr>
          <p:nvPr>
            <p:ph type="dt" sz="half" idx="10"/>
          </p:nvPr>
        </p:nvSpPr>
        <p:spPr/>
        <p:txBody>
          <a:bodyPr/>
          <a:lstStyle/>
          <a:p>
            <a:fld id="{0E758A73-A37E-4295-BC6C-6919AE36579C}" type="datetimeFigureOut">
              <a:rPr lang="es-MX" smtClean="0"/>
              <a:t>05/02/2026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5E7DDBEC-D66B-4AF3-AA4B-CF3C078A38AE}" type="slidenum">
              <a:rPr lang="es-MX" smtClean="0"/>
              <a:t>‹Nº›</a:t>
            </a:fld>
            <a:endParaRPr lang="es-MX"/>
          </a:p>
        </p:txBody>
      </p:sp>
      <p:pic>
        <p:nvPicPr>
          <p:cNvPr id="8" name="Imagen 7">
            <a:extLst>
              <a:ext uri="{FF2B5EF4-FFF2-40B4-BE49-F238E27FC236}">
                <a16:creationId xmlns:a16="http://schemas.microsoft.com/office/drawing/2014/main" id="{A6569CC7-F699-F56C-48BB-12D4A33C74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533672" cy="686003"/>
          </a:xfrm>
          <a:prstGeom prst="rect">
            <a:avLst/>
          </a:prstGeom>
        </p:spPr>
      </p:pic>
      <p:sp>
        <p:nvSpPr>
          <p:cNvPr id="10" name="Rectángulo 9">
            <a:extLst>
              <a:ext uri="{FF2B5EF4-FFF2-40B4-BE49-F238E27FC236}">
                <a16:creationId xmlns:a16="http://schemas.microsoft.com/office/drawing/2014/main" id="{2E9EDBDA-D5E8-4A20-B63C-FCFB51638C93}"/>
              </a:ext>
            </a:extLst>
          </p:cNvPr>
          <p:cNvSpPr/>
          <p:nvPr userDrawn="1"/>
        </p:nvSpPr>
        <p:spPr>
          <a:xfrm>
            <a:off x="0" y="6381750"/>
            <a:ext cx="12192000" cy="476250"/>
          </a:xfrm>
          <a:prstGeom prst="rect">
            <a:avLst/>
          </a:prstGeom>
          <a:solidFill>
            <a:srgbClr val="6C0000"/>
          </a:solidFill>
          <a:ln>
            <a:solidFill>
              <a:srgbClr val="6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Imagen 10">
            <a:extLst>
              <a:ext uri="{FF2B5EF4-FFF2-40B4-BE49-F238E27FC236}">
                <a16:creationId xmlns:a16="http://schemas.microsoft.com/office/drawing/2014/main" id="{BB7EDF9D-6077-490B-8635-9DC0299C4AD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1"/>
            <a:ext cx="12192000" cy="6381750"/>
          </a:xfrm>
          <a:prstGeom prst="rect">
            <a:avLst/>
          </a:prstGeom>
        </p:spPr>
      </p:pic>
      <p:pic>
        <p:nvPicPr>
          <p:cNvPr id="12" name="bg object 19">
            <a:extLst>
              <a:ext uri="{FF2B5EF4-FFF2-40B4-BE49-F238E27FC236}">
                <a16:creationId xmlns:a16="http://schemas.microsoft.com/office/drawing/2014/main" id="{02BF7C51-B714-4301-AFCB-6DEDF5E5296D}"/>
              </a:ext>
            </a:extLst>
          </p:cNvPr>
          <p:cNvPicPr/>
          <p:nvPr userDrawn="1"/>
        </p:nvPicPr>
        <p:blipFill>
          <a:blip r:embed="rId4" cstate="screen">
            <a:extLst>
              <a:ext uri="{28A0092B-C50C-407E-A947-70E740481C1C}">
                <a14:useLocalDpi xmlns:a14="http://schemas.microsoft.com/office/drawing/2010/main"/>
              </a:ext>
            </a:extLst>
          </a:blip>
          <a:stretch>
            <a:fillRect/>
          </a:stretch>
        </p:blipFill>
        <p:spPr>
          <a:xfrm>
            <a:off x="0" y="39024"/>
            <a:ext cx="1280166" cy="431320"/>
          </a:xfrm>
          <a:prstGeom prst="rect">
            <a:avLst/>
          </a:prstGeom>
        </p:spPr>
      </p:pic>
    </p:spTree>
    <p:extLst>
      <p:ext uri="{BB962C8B-B14F-4D97-AF65-F5344CB8AC3E}">
        <p14:creationId xmlns:p14="http://schemas.microsoft.com/office/powerpoint/2010/main" val="3797311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84184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2.xml"/><Relationship Id="rId3" Type="http://schemas.openxmlformats.org/officeDocument/2006/relationships/image" Target="../media/image4.png"/><Relationship Id="rId4" Type="http://schemas.openxmlformats.org/officeDocument/2006/relationships/image" Target="../media/image5.emf"/><Relationship Id="rId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6416673"/>
            <a:ext cx="12192000" cy="361950"/>
          </a:xfrm>
          <a:prstGeom prst="rect">
            <a:avLst/>
          </a:prstGeom>
          <a:solidFill>
            <a:srgbClr val="0073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0" y="6496050"/>
            <a:ext cx="12192000" cy="361950"/>
          </a:xfrm>
          <a:prstGeom prst="rect">
            <a:avLst/>
          </a:prstGeom>
          <a:solidFill>
            <a:srgbClr val="0085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522514" y="341992"/>
            <a:ext cx="159658" cy="703036"/>
          </a:xfrm>
          <a:prstGeom prst="rect">
            <a:avLst/>
          </a:prstGeom>
          <a:solidFill>
            <a:srgbClr val="0085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54519038"/>
      </p:ext>
    </p:extLst>
  </p:cSld>
  <p:clrMap bg1="lt1" tx1="dk1" bg2="lt2" tx2="dk2" accent1="accent1" accent2="accent2" accent3="accent3" accent4="accent4" accent5="accent5" accent6="accent6" hlink="hlink" folHlink="folHlink"/>
  <p:sldLayoutIdLst>
    <p:sldLayoutId id="2147483661" r:id="rId1"/>
    <p:sldLayoutId id="2147483677" r:id="rId2"/>
    <p:sldLayoutId id="2147483676" r:id="rId3"/>
    <p:sldLayoutId id="2147483675" r:id="rId4"/>
    <p:sldLayoutId id="2147483674" r:id="rId5"/>
    <p:sldLayoutId id="2147483662" r:id="rId6"/>
    <p:sldLayoutId id="2147483680" r:id="rId7"/>
  </p:sldLayoutIdLst>
  <mc:AlternateContent xmlns:mc="http://schemas.openxmlformats.org/markup-compatibility/2006" xmlns:p14="http://schemas.microsoft.com/office/powerpoint/2010/main">
    <mc:Choice Requires="p14">
      <p:transition spd="slow" p14:dur="1500">
        <p14:ripple dir="rd"/>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6" name="Imagen 35">
            <a:extLst>
              <a:ext uri="{FF2B5EF4-FFF2-40B4-BE49-F238E27FC236}">
                <a16:creationId xmlns:a16="http://schemas.microsoft.com/office/drawing/2014/main" id="{9788228D-A0BA-43FF-BEC3-79B3F07317D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62" y="428"/>
            <a:ext cx="12190476" cy="6857143"/>
          </a:xfrm>
          <a:prstGeom prst="rect">
            <a:avLst/>
          </a:prstGeom>
        </p:spPr>
      </p:pic>
      <p:pic>
        <p:nvPicPr>
          <p:cNvPr id="5" name="Imagen 4">
            <a:extLst>
              <a:ext uri="{FF2B5EF4-FFF2-40B4-BE49-F238E27FC236}">
                <a16:creationId xmlns:a16="http://schemas.microsoft.com/office/drawing/2014/main" id="{91F8D70A-7D65-CB35-CF46-EAF4D1EFD696}"/>
              </a:ext>
            </a:extLst>
          </p:cNvPr>
          <p:cNvPicPr>
            <a:picLocks noChangeAspect="1"/>
          </p:cNvPicPr>
          <p:nvPr userDrawn="1"/>
        </p:nvPicPr>
        <p:blipFill>
          <a:blip r:embed="rId4"/>
          <a:stretch>
            <a:fillRect/>
          </a:stretch>
        </p:blipFill>
        <p:spPr>
          <a:xfrm rot="16200000">
            <a:off x="11249437" y="-26981"/>
            <a:ext cx="966250" cy="973859"/>
          </a:xfrm>
          <a:prstGeom prst="rect">
            <a:avLst/>
          </a:prstGeom>
        </p:spPr>
      </p:pic>
      <p:sp>
        <p:nvSpPr>
          <p:cNvPr id="6" name="Rectángulo 5">
            <a:extLst>
              <a:ext uri="{FF2B5EF4-FFF2-40B4-BE49-F238E27FC236}">
                <a16:creationId xmlns:a16="http://schemas.microsoft.com/office/drawing/2014/main" id="{3A2A7337-98DD-AB18-20E3-52638C64C7C3}"/>
              </a:ext>
            </a:extLst>
          </p:cNvPr>
          <p:cNvSpPr/>
          <p:nvPr userDrawn="1"/>
        </p:nvSpPr>
        <p:spPr>
          <a:xfrm>
            <a:off x="529968" y="77843"/>
            <a:ext cx="11671808" cy="504847"/>
          </a:xfrm>
          <a:prstGeom prst="rect">
            <a:avLst/>
          </a:prstGeom>
          <a:solidFill>
            <a:srgbClr val="901A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Freeform 10">
            <a:extLst>
              <a:ext uri="{FF2B5EF4-FFF2-40B4-BE49-F238E27FC236}">
                <a16:creationId xmlns:a16="http://schemas.microsoft.com/office/drawing/2014/main" id="{56E08239-42B4-59BD-8CA0-2DC77DCEE26F}"/>
              </a:ext>
            </a:extLst>
          </p:cNvPr>
          <p:cNvSpPr>
            <a:spLocks/>
          </p:cNvSpPr>
          <p:nvPr userDrawn="1"/>
        </p:nvSpPr>
        <p:spPr bwMode="auto">
          <a:xfrm rot="5400000">
            <a:off x="399483" y="6617339"/>
            <a:ext cx="195263" cy="258763"/>
          </a:xfrm>
          <a:custGeom>
            <a:avLst/>
            <a:gdLst>
              <a:gd name="T0" fmla="*/ 0 w 123"/>
              <a:gd name="T1" fmla="*/ 0 h 163"/>
              <a:gd name="T2" fmla="*/ 0 w 123"/>
              <a:gd name="T3" fmla="*/ 163 h 163"/>
              <a:gd name="T4" fmla="*/ 123 w 123"/>
              <a:gd name="T5" fmla="*/ 81 h 163"/>
              <a:gd name="T6" fmla="*/ 0 w 123"/>
              <a:gd name="T7" fmla="*/ 0 h 163"/>
            </a:gdLst>
            <a:ahLst/>
            <a:cxnLst>
              <a:cxn ang="0">
                <a:pos x="T0" y="T1"/>
              </a:cxn>
              <a:cxn ang="0">
                <a:pos x="T2" y="T3"/>
              </a:cxn>
              <a:cxn ang="0">
                <a:pos x="T4" y="T5"/>
              </a:cxn>
              <a:cxn ang="0">
                <a:pos x="T6" y="T7"/>
              </a:cxn>
            </a:cxnLst>
            <a:rect l="0" t="0" r="r" b="b"/>
            <a:pathLst>
              <a:path w="123" h="163">
                <a:moveTo>
                  <a:pt x="0" y="0"/>
                </a:moveTo>
                <a:lnTo>
                  <a:pt x="0" y="163"/>
                </a:lnTo>
                <a:lnTo>
                  <a:pt x="123" y="81"/>
                </a:lnTo>
                <a:lnTo>
                  <a:pt x="0" y="0"/>
                </a:lnTo>
                <a:close/>
              </a:path>
            </a:pathLst>
          </a:custGeom>
          <a:solidFill>
            <a:srgbClr val="1F28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MX"/>
          </a:p>
        </p:txBody>
      </p:sp>
      <p:sp>
        <p:nvSpPr>
          <p:cNvPr id="12" name="Rectángulo redondeado 9">
            <a:extLst>
              <a:ext uri="{FF2B5EF4-FFF2-40B4-BE49-F238E27FC236}">
                <a16:creationId xmlns:a16="http://schemas.microsoft.com/office/drawing/2014/main" id="{206E79FF-6B1A-E997-4954-F1C94FF3AF77}"/>
              </a:ext>
            </a:extLst>
          </p:cNvPr>
          <p:cNvSpPr/>
          <p:nvPr userDrawn="1"/>
        </p:nvSpPr>
        <p:spPr>
          <a:xfrm>
            <a:off x="1146777" y="8707"/>
            <a:ext cx="3730027" cy="578882"/>
          </a:xfrm>
          <a:prstGeom prst="roundRect">
            <a:avLst/>
          </a:prstGeom>
          <a:solidFill>
            <a:srgbClr val="3C3935"/>
          </a:solidFill>
          <a:ln>
            <a:noFill/>
          </a:ln>
          <a:effectLst/>
          <a:scene3d>
            <a:camera prst="orthographicFront">
              <a:rot lat="0" lon="0" rev="0"/>
            </a:camera>
            <a:lightRig rig="contrasting" dir="t">
              <a:rot lat="0" lon="0" rev="1500000"/>
            </a:lightRig>
          </a:scene3d>
          <a:sp3d prstMaterial="metal"/>
        </p:spPr>
        <p:txBody>
          <a:bodyPr wrap="square" rtlCol="0">
            <a:spAutoFit/>
          </a:bodyPr>
          <a:lstStyle/>
          <a:p>
            <a:pPr algn="ctr"/>
            <a:r>
              <a:rPr lang="es-MX" sz="1400" b="1" dirty="0">
                <a:solidFill>
                  <a:prstClr val="white"/>
                </a:solidFill>
              </a:rPr>
              <a:t>SECRETARÍA DE SEGURIDAD CIUDADANA </a:t>
            </a:r>
          </a:p>
          <a:p>
            <a:pPr algn="ctr"/>
            <a:r>
              <a:rPr lang="es-MX" sz="1400" b="1" dirty="0">
                <a:solidFill>
                  <a:prstClr val="white"/>
                </a:solidFill>
              </a:rPr>
              <a:t>DEL ESTADO DE QUINTANA ROO</a:t>
            </a:r>
          </a:p>
        </p:txBody>
      </p:sp>
      <p:sp>
        <p:nvSpPr>
          <p:cNvPr id="13" name="8 Rectángulo">
            <a:extLst>
              <a:ext uri="{FF2B5EF4-FFF2-40B4-BE49-F238E27FC236}">
                <a16:creationId xmlns:a16="http://schemas.microsoft.com/office/drawing/2014/main" id="{5039D862-306A-A08A-BC37-D39E896893F1}"/>
              </a:ext>
            </a:extLst>
          </p:cNvPr>
          <p:cNvSpPr/>
          <p:nvPr userDrawn="1"/>
        </p:nvSpPr>
        <p:spPr>
          <a:xfrm>
            <a:off x="2381" y="588102"/>
            <a:ext cx="12204854" cy="45719"/>
          </a:xfrm>
          <a:prstGeom prst="rect">
            <a:avLst/>
          </a:prstGeom>
          <a:solidFill>
            <a:srgbClr val="FFC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dirty="0">
              <a:solidFill>
                <a:prstClr val="white"/>
              </a:solidFill>
            </a:endParaRPr>
          </a:p>
        </p:txBody>
      </p:sp>
      <p:sp>
        <p:nvSpPr>
          <p:cNvPr id="14" name="Rectángulo 13">
            <a:extLst>
              <a:ext uri="{FF2B5EF4-FFF2-40B4-BE49-F238E27FC236}">
                <a16:creationId xmlns:a16="http://schemas.microsoft.com/office/drawing/2014/main" id="{FEF9C8CB-79A3-AAED-F3DB-3D497A7CAA1B}"/>
              </a:ext>
            </a:extLst>
          </p:cNvPr>
          <p:cNvSpPr/>
          <p:nvPr userDrawn="1"/>
        </p:nvSpPr>
        <p:spPr>
          <a:xfrm>
            <a:off x="-13649" y="0"/>
            <a:ext cx="1405467" cy="595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5" name="bg object 19">
            <a:extLst>
              <a:ext uri="{FF2B5EF4-FFF2-40B4-BE49-F238E27FC236}">
                <a16:creationId xmlns:a16="http://schemas.microsoft.com/office/drawing/2014/main" id="{7B9DF25D-678C-0EF8-2081-9D2698ED0211}"/>
              </a:ext>
            </a:extLst>
          </p:cNvPr>
          <p:cNvPicPr/>
          <p:nvPr userDrawn="1"/>
        </p:nvPicPr>
        <p:blipFill>
          <a:blip r:embed="rId5" cstate="screen">
            <a:extLst>
              <a:ext uri="{28A0092B-C50C-407E-A947-70E740481C1C}">
                <a14:useLocalDpi xmlns:a14="http://schemas.microsoft.com/office/drawing/2010/main"/>
              </a:ext>
            </a:extLst>
          </a:blip>
          <a:stretch>
            <a:fillRect/>
          </a:stretch>
        </p:blipFill>
        <p:spPr>
          <a:xfrm>
            <a:off x="32169" y="77856"/>
            <a:ext cx="1280166" cy="431320"/>
          </a:xfrm>
          <a:prstGeom prst="rect">
            <a:avLst/>
          </a:prstGeom>
        </p:spPr>
      </p:pic>
      <p:sp>
        <p:nvSpPr>
          <p:cNvPr id="2" name="Trapecio 1">
            <a:extLst>
              <a:ext uri="{FF2B5EF4-FFF2-40B4-BE49-F238E27FC236}">
                <a16:creationId xmlns:a16="http://schemas.microsoft.com/office/drawing/2014/main" id="{F615B314-7FE3-4B41-8EDD-88C4C64B6317}"/>
              </a:ext>
            </a:extLst>
          </p:cNvPr>
          <p:cNvSpPr/>
          <p:nvPr userDrawn="1"/>
        </p:nvSpPr>
        <p:spPr>
          <a:xfrm>
            <a:off x="626496" y="6642236"/>
            <a:ext cx="10967524" cy="195263"/>
          </a:xfrm>
          <a:prstGeom prst="trapezoid">
            <a:avLst>
              <a:gd name="adj" fmla="val 65466"/>
            </a:avLst>
          </a:prstGeom>
          <a:solidFill>
            <a:srgbClr val="E91D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0" name="Freeform 10">
            <a:extLst>
              <a:ext uri="{FF2B5EF4-FFF2-40B4-BE49-F238E27FC236}">
                <a16:creationId xmlns:a16="http://schemas.microsoft.com/office/drawing/2014/main" id="{949C0238-B7B3-4D5A-AB49-011B35071EB9}"/>
              </a:ext>
            </a:extLst>
          </p:cNvPr>
          <p:cNvSpPr>
            <a:spLocks/>
          </p:cNvSpPr>
          <p:nvPr userDrawn="1"/>
        </p:nvSpPr>
        <p:spPr bwMode="auto">
          <a:xfrm rot="5400000">
            <a:off x="11641767" y="6610486"/>
            <a:ext cx="195263" cy="258763"/>
          </a:xfrm>
          <a:custGeom>
            <a:avLst/>
            <a:gdLst>
              <a:gd name="T0" fmla="*/ 0 w 123"/>
              <a:gd name="T1" fmla="*/ 0 h 163"/>
              <a:gd name="T2" fmla="*/ 0 w 123"/>
              <a:gd name="T3" fmla="*/ 163 h 163"/>
              <a:gd name="T4" fmla="*/ 123 w 123"/>
              <a:gd name="T5" fmla="*/ 81 h 163"/>
              <a:gd name="T6" fmla="*/ 0 w 123"/>
              <a:gd name="T7" fmla="*/ 0 h 163"/>
            </a:gdLst>
            <a:ahLst/>
            <a:cxnLst>
              <a:cxn ang="0">
                <a:pos x="T0" y="T1"/>
              </a:cxn>
              <a:cxn ang="0">
                <a:pos x="T2" y="T3"/>
              </a:cxn>
              <a:cxn ang="0">
                <a:pos x="T4" y="T5"/>
              </a:cxn>
              <a:cxn ang="0">
                <a:pos x="T6" y="T7"/>
              </a:cxn>
            </a:cxnLst>
            <a:rect l="0" t="0" r="r" b="b"/>
            <a:pathLst>
              <a:path w="123" h="163">
                <a:moveTo>
                  <a:pt x="0" y="0"/>
                </a:moveTo>
                <a:lnTo>
                  <a:pt x="0" y="163"/>
                </a:lnTo>
                <a:lnTo>
                  <a:pt x="123" y="81"/>
                </a:lnTo>
                <a:lnTo>
                  <a:pt x="0" y="0"/>
                </a:lnTo>
                <a:close/>
              </a:path>
            </a:pathLst>
          </a:custGeom>
          <a:solidFill>
            <a:srgbClr val="1F28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MX"/>
          </a:p>
        </p:txBody>
      </p:sp>
    </p:spTree>
    <p:extLst>
      <p:ext uri="{BB962C8B-B14F-4D97-AF65-F5344CB8AC3E}">
        <p14:creationId xmlns:p14="http://schemas.microsoft.com/office/powerpoint/2010/main" val="106067456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4479B-CFAC-2336-96F6-895ED679DE5A}"/>
            </a:ext>
          </a:extLst>
        </p:cNvPr>
        <p:cNvGrpSpPr/>
        <p:nvPr/>
      </p:nvGrpSpPr>
      <p:grpSpPr>
        <a:xfrm>
          <a:off x="0" y="0"/>
          <a:ext cx="0" cy="0"/>
          <a:chOff x="0" y="0"/>
          <a:chExt cx="0" cy="0"/>
        </a:xfrm>
      </p:grpSpPr>
      <p:sp>
        <p:nvSpPr>
          <p:cNvPr id="5" name="&lt;DETALLE&gt;">
            <a:extLst>
              <a:ext uri="{FF2B5EF4-FFF2-40B4-BE49-F238E27FC236}">
                <a16:creationId xmlns:a16="http://schemas.microsoft.com/office/drawing/2014/main" id="{90AB0689-9ECF-691C-1586-9F3D47469297}"/>
              </a:ext>
            </a:extLst>
          </p:cNvPr>
          <p:cNvSpPr txBox="1"/>
          <p:nvPr/>
        </p:nvSpPr>
        <p:spPr>
          <a:xfrm>
            <a:off x="124918" y="833797"/>
            <a:ext cx="2719287" cy="424731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FF0000"/>
                </a:solidFill>
                <a:effectLst/>
                <a:uLnTx/>
                <a:uFillTx/>
                <a:latin typeface="Calibri" panose="020F0502020204030204"/>
                <a:ea typeface="微软雅黑"/>
                <a:cs typeface="+mn-cs"/>
              </a:rPr>
              <a:t>EL  DIA : 23/05/2026</a:t>
            </a:r>
          </a:p>
          <a:p>
            <a:pPr lvl="0">
              <a:defRPr/>
            </a:pPr>
            <a:r>
              <a:rPr lang="es-MX" sz="1000" b="1" dirty="0">
                <a:latin typeface="Calibri" panose="020F0502020204030204"/>
                <a:ea typeface="微软雅黑"/>
              </a:rPr>
              <a:t>POR DELITO: FLAGRANCIA</a:t>
            </a:r>
          </a:p>
          <a:p>
            <a:pPr lvl="0">
              <a:defRPr/>
            </a:pPr>
            <a:endParaRPr lang="es-MX" sz="1000" b="1" dirty="0">
              <a:latin typeface="Calibri" panose="020F0502020204030204"/>
              <a:ea typeface="微软雅黑"/>
            </a:endParaRPr>
          </a:p>
          <a:p>
            <a:r>
              <a:rPr lang="es-MX" sz="1000" b="1" dirty="0">
                <a:latin typeface="Calibri" panose="020F0502020204030204"/>
                <a:ea typeface="微软雅黑"/>
              </a:rPr>
              <a:t>DETENIDO: </a:t>
            </a:r>
          </a:p>
          <a:p>
            <a:r>
              <a:rPr lang="es-MX" sz="1000" b="1" dirty="0">
                <a:latin typeface="Calibri" panose="020F0502020204030204"/>
                <a:ea typeface="微软雅黑"/>
              </a:rPr>
              <a:t>Wilmer Enrique Sanchez Moreno DE 40 AÑOS DE EDAD</a:t>
            </a:r>
          </a:p>
          <a:p>
            <a:r>
              <a:rPr lang="es-MX" sz="1000" b="1" dirty="0">
                <a:latin typeface="Calibri" panose="020F0502020204030204"/>
              </a:rPr>
              <a:t>ALIAS: SIN ALIAS</a:t>
            </a:r>
          </a:p>
          <a:p>
            <a:r>
              <a:rPr lang="es-MX" sz="1000" b="1" dirty="0">
                <a:latin typeface="Calibri" panose="020F0502020204030204"/>
              </a:rPr>
              <a:t/>
            </a:r>
          </a:p>
          <a:p>
            <a:r>
              <a:rPr lang="es-MX" sz="1000" b="1" dirty="0">
                <a:latin typeface="Calibri" panose="020F0502020204030204"/>
              </a:rPr>
              <a:t>ALIAS:</a:t>
            </a:r>
          </a:p>
          <a:p>
            <a:r>
              <a:rPr lang="es-MX" sz="1000" b="1" dirty="0">
                <a:latin typeface="Calibri" panose="020F0502020204030204"/>
              </a:rPr>
              <a:t/>
            </a:r>
          </a:p>
          <a:p>
            <a:r>
              <a:rPr lang="es-MX" sz="1000" b="1" dirty="0">
                <a:latin typeface="Calibri" panose="020F0502020204030204"/>
              </a:rPr>
              <a:t>ALIAS: </a:t>
            </a:r>
          </a:p>
          <a:p>
            <a:r>
              <a:rPr lang="es-MX" sz="1000" b="1" dirty="0">
                <a:latin typeface="Calibri" panose="020F0502020204030204"/>
              </a:rPr>
              <a:t/>
            </a:r>
          </a:p>
          <a:p>
            <a:r>
              <a:rPr lang="es-MX" sz="1000" b="1" dirty="0">
                <a:latin typeface="Calibri" panose="020F0502020204030204"/>
              </a:rPr>
              <a:t>ALIAS: </a:t>
            </a:r>
          </a:p>
          <a:p>
            <a:r>
              <a:rPr lang="es-MX" sz="1000" b="1" dirty="0">
                <a:latin typeface="Calibri" panose="020F0502020204030204"/>
              </a:rPr>
              <a:t/>
            </a:r>
          </a:p>
          <a:p>
            <a:r>
              <a:rPr lang="es-MX" sz="1000" b="1" dirty="0">
                <a:latin typeface="Calibri" panose="020F0502020204030204"/>
              </a:rPr>
              <a:t>ALIAS: </a:t>
            </a:r>
          </a:p>
          <a:p>
            <a:endParaRPr lang="es-MX" sz="1000" b="1" dirty="0">
              <a:latin typeface="Calibri" panose="020F0502020204030204"/>
              <a:ea typeface="微软雅黑"/>
            </a:endParaRPr>
          </a:p>
          <a:p>
            <a:r>
              <a:rPr lang="es-MX" sz="1000" b="1" dirty="0">
                <a:latin typeface="Calibri" panose="020F0502020204030204"/>
                <a:ea typeface="微软雅黑"/>
              </a:rPr>
              <a:t>ASEGURAMIENTO: </a:t>
            </a:r>
          </a:p>
          <a:p>
            <a:r>
              <a:rPr lang="es-MX" sz="1000" b="1" dirty="0">
                <a:latin typeface="Calibri" panose="020F0502020204030204"/>
                <a:ea typeface="微软雅黑"/>
              </a:rPr>
              <a:t>SIN DATOS</a:t>
            </a:r>
          </a:p>
          <a:p>
            <a:r>
              <a:rPr lang="es-MX" sz="1000" b="1" dirty="0">
                <a:latin typeface="Calibri" panose="020F0502020204030204"/>
              </a:rPr>
              <a:t>SIN DATOS</a:t>
            </a:r>
          </a:p>
          <a:p>
            <a:r>
              <a:rPr lang="es-MX" sz="1000" b="1" dirty="0">
                <a:latin typeface="Calibri" panose="020F0502020204030204"/>
              </a:rPr>
              <a:t>SIN DATOS</a:t>
            </a:r>
          </a:p>
          <a:p>
            <a:r>
              <a:rPr lang="es-MX" sz="1000" b="1" dirty="0">
                <a:latin typeface="Calibri" panose="020F0502020204030204"/>
              </a:rPr>
              <a:t>SIN DATOS</a:t>
            </a:r>
          </a:p>
          <a:p>
            <a:r>
              <a:rPr lang="es-MX" sz="1000" b="1" dirty="0">
                <a:latin typeface="Calibri" panose="020F0502020204030204"/>
              </a:rPr>
              <a:t>SIN DATOS</a:t>
            </a:r>
          </a:p>
          <a:p>
            <a:endParaRPr lang="es-MX" sz="1000" b="1" dirty="0">
              <a:latin typeface="Calibri" panose="020F0502020204030204"/>
            </a:endParaRPr>
          </a:p>
          <a:p>
            <a:endParaRPr lang="es-MX" sz="1000" b="1" dirty="0">
              <a:latin typeface="Calibri" panose="020F0502020204030204"/>
            </a:endParaRPr>
          </a:p>
          <a:p>
            <a:endParaRPr lang="es-MX" sz="1000" b="1" dirty="0">
              <a:latin typeface="Calibri" panose="020F0502020204030204"/>
              <a:ea typeface="微软雅黑"/>
            </a:endParaRPr>
          </a:p>
          <a:p>
            <a:r>
              <a:rPr lang="es-MX" sz="1000" b="1" dirty="0">
                <a:solidFill>
                  <a:srgbClr val="FF0000"/>
                </a:solidFill>
                <a:latin typeface="Calibri" panose="020F0502020204030204"/>
                <a:ea typeface="微软雅黑"/>
              </a:rPr>
              <a:t>DATOS RELEVANTES:</a:t>
            </a:r>
          </a:p>
          <a:p>
            <a:r>
              <a:rPr lang="es-MX" sz="1000" b="1" dirty="0">
                <a:latin typeface="Calibri" panose="020F0502020204030204"/>
              </a:rPr>
              <a:t>Siendo aproximadamente las 17:50 horas del día de hoy 23 de mayo de 2026, el suscrito VALDEZ CAN EDWIN  (copiloto) en compañía de mi similares SERGIO IVAN MEDINA CHI  (chofer) RAUL PRISCILIANO FUENTES CARRASCO (escolta) a bordo de la unidad número 12367, de la Policía de Seguridad Ciudadana nos encontrábamos llevando a cabo recorridos de seguridad y vigilancia de prevención al delito en la calle Margarita Maza entre Nicolás bravo y Polyuc de la colonia proterritorio donde visualizamos a una persona de sexo femenino de complexión delgada que viste blusa de color rojo y shorts de color negro con chanclas de color negro quien nos levanta la mano, misma que se negó en ese momento omitir sus generales, y quien nos menciona que antes de llegar a la  esquina de la calle Margarita Maza con esquina Nicolás bravo se encuentra una persona de sexo masculino de complexión robusta quien viste sport de color blanco con café y short de color negro con chanclas de color blanco, la cual refiere que momentos antes ella se encontraba trabajando en la vía pública y que al pasar el referido sujeto masculino le falto al respeto con insultos altisonantes hacia su persona, por tal motivo el suscrito descendió de la unidad oficial y me dirigió al lugar antes mencionado dende  realizo el contacto con el masculino referido quien se encuentra en la vía pública, por lo que al hacer contacto con dicho masculino, me identifique como POLICÍA ESTATAL, y al solicitarle su nombre este sujeto dijo llamarse Wilmer Enrique Sánchez Moreno de 40 años, omitiendo dar mas datos en ese momento, seguidamente le hice de conocimiento que el motivo de mi acercamiento a su persona era por el reporte de una femenina (la cual omitió generales) quien refirió que la había insultando y faltando al respeto, conducta que constituían faltas administrativas.</a:t>
            </a:r>
          </a:p>
          <a:p>
            <a:endParaRPr lang="es-MX" sz="1000" b="1" dirty="0">
              <a:solidFill>
                <a:srgbClr val="FF0000"/>
              </a:solidFill>
              <a:latin typeface="Calibri" panose="020F0502020204030204"/>
              <a:ea typeface="微软雅黑"/>
            </a:endParaRPr>
          </a:p>
        </p:txBody>
      </p:sp>
      <p:sp>
        <p:nvSpPr>
          <p:cNvPr id="6" name="&lt;CORPORACION&gt;">
            <a:extLst>
              <a:ext uri="{FF2B5EF4-FFF2-40B4-BE49-F238E27FC236}">
                <a16:creationId xmlns:a16="http://schemas.microsoft.com/office/drawing/2014/main" id="{89630F3F-BF11-3BBA-7B3A-724023067C8F}"/>
              </a:ext>
            </a:extLst>
          </p:cNvPr>
          <p:cNvSpPr txBox="1"/>
          <p:nvPr/>
        </p:nvSpPr>
        <p:spPr>
          <a:xfrm>
            <a:off x="8598092" y="123825"/>
            <a:ext cx="3305174" cy="523220"/>
          </a:xfrm>
          <a:prstGeom prst="rect">
            <a:avLst/>
          </a:prstGeom>
          <a:noFill/>
        </p:spPr>
        <p:txBody>
          <a:bodyPr wrap="square" rtlCol="0">
            <a:spAutoFit/>
          </a:bodyPr>
          <a:lstStyle/>
          <a:p>
            <a:r>
              <a:rPr lang="es-MX" sz="2800" b="1" dirty="0">
                <a:solidFill>
                  <a:srgbClr val="6C0000"/>
                </a:solidFill>
                <a:latin typeface="Arial"/>
                <a:ea typeface="微软雅黑"/>
              </a:rPr>
              <a:t>GPO_ORION</a:t>
            </a:r>
          </a:p>
        </p:txBody>
      </p:sp>
      <p:sp>
        <p:nvSpPr>
          <p:cNvPr id="2" name="&lt;IMAGEN_1&gt;">
            <a:extLst>
              <a:ext uri="{FF2B5EF4-FFF2-40B4-BE49-F238E27FC236}">
                <a16:creationId xmlns:a16="http://schemas.microsoft.com/office/drawing/2014/main" id="{EE16187D-43CE-6CCF-31C3-EC52A7C03CEE}"/>
              </a:ext>
            </a:extLst>
          </p:cNvPr>
          <p:cNvSpPr txBox="1"/>
          <p:nvPr/>
        </p:nvSpPr>
        <p:spPr>
          <a:xfrm>
            <a:off x="2844205" y="1982154"/>
            <a:ext cx="3305174" cy="246221"/>
          </a:xfrm>
          <a:prstGeom prst="rect">
            <a:avLst/>
          </a:prstGeom>
          <a:noFill/>
        </p:spPr>
        <p:txBody>
          <a:bodyPr wrap="square" rtlCol="0">
            <a:spAutoFit/>
          </a:bodyPr>
          <a:lstStyle/>
          <a:p>
            <a:pPr algn="ctr"/>
            <a:r>
              <a:rPr lang="es-MX" sz="1000" dirty="0">
                <a:solidFill>
                  <a:srgbClr val="FF0000"/>
                </a:solidFill>
                <a:latin typeface="Calibri" panose="020F0502020204030204" pitchFamily="34" charset="0"/>
                <a:ea typeface="Calibri" panose="020F0502020204030204" pitchFamily="34" charset="0"/>
                <a:cs typeface="Calibri" panose="020F0502020204030204" pitchFamily="34" charset="0"/>
              </a:rPr>
              <a:t>&lt;IMAGEN_1&gt;</a:t>
            </a:r>
            <a:endParaRPr lang="es-MX" sz="1000" dirty="0">
              <a:latin typeface="Calibri" panose="020F0502020204030204" pitchFamily="34" charset="0"/>
              <a:ea typeface="Calibri" panose="020F0502020204030204" pitchFamily="34" charset="0"/>
              <a:cs typeface="Calibri" panose="020F0502020204030204" pitchFamily="34" charset="0"/>
            </a:endParaRPr>
          </a:p>
        </p:txBody>
      </p:sp>
      <p:sp>
        <p:nvSpPr>
          <p:cNvPr id="3" name="&lt;IMAGEN_2&gt;">
            <a:extLst>
              <a:ext uri="{FF2B5EF4-FFF2-40B4-BE49-F238E27FC236}">
                <a16:creationId xmlns:a16="http://schemas.microsoft.com/office/drawing/2014/main" id="{5C28FA33-9B7C-9EE1-6A38-4997AF9F4E80}"/>
              </a:ext>
            </a:extLst>
          </p:cNvPr>
          <p:cNvSpPr txBox="1"/>
          <p:nvPr/>
        </p:nvSpPr>
        <p:spPr>
          <a:xfrm>
            <a:off x="6584547" y="1982154"/>
            <a:ext cx="3305174" cy="246221"/>
          </a:xfrm>
          <a:prstGeom prst="rect">
            <a:avLst/>
          </a:prstGeom>
          <a:noFill/>
        </p:spPr>
        <p:txBody>
          <a:bodyPr wrap="square" rtlCol="0">
            <a:spAutoFit/>
          </a:bodyPr>
          <a:lstStyle/>
          <a:p>
            <a:pPr algn="ctr"/>
            <a:r>
              <a:rPr lang="es-MX" sz="1000" dirty="0">
                <a:solidFill>
                  <a:srgbClr val="FF0000"/>
                </a:solidFill>
                <a:latin typeface="Calibri" panose="020F0502020204030204" pitchFamily="34" charset="0"/>
                <a:ea typeface="Calibri" panose="020F0502020204030204" pitchFamily="34" charset="0"/>
                <a:cs typeface="Calibri" panose="020F0502020204030204" pitchFamily="34" charset="0"/>
              </a:rPr>
              <a:t>&lt;IMAGEN_2&gt;</a:t>
            </a:r>
            <a:endParaRPr lang="es-MX" sz="1000" dirty="0">
              <a:latin typeface="Calibri" panose="020F0502020204030204" pitchFamily="34" charset="0"/>
              <a:ea typeface="Calibri" panose="020F0502020204030204" pitchFamily="34" charset="0"/>
              <a:cs typeface="Calibri" panose="020F0502020204030204" pitchFamily="34" charset="0"/>
            </a:endParaRPr>
          </a:p>
        </p:txBody>
      </p:sp>
      <p:sp>
        <p:nvSpPr>
          <p:cNvPr id="4" name="&lt;IMAGEN_3&gt;">
            <a:extLst>
              <a:ext uri="{FF2B5EF4-FFF2-40B4-BE49-F238E27FC236}">
                <a16:creationId xmlns:a16="http://schemas.microsoft.com/office/drawing/2014/main" id="{4E0586DE-E1B6-5E50-7816-B6ADDA47C201}"/>
              </a:ext>
            </a:extLst>
          </p:cNvPr>
          <p:cNvSpPr txBox="1"/>
          <p:nvPr/>
        </p:nvSpPr>
        <p:spPr>
          <a:xfrm>
            <a:off x="2812647" y="3376732"/>
            <a:ext cx="3305174" cy="246221"/>
          </a:xfrm>
          <a:prstGeom prst="rect">
            <a:avLst/>
          </a:prstGeom>
          <a:noFill/>
        </p:spPr>
        <p:txBody>
          <a:bodyPr wrap="square" rtlCol="0">
            <a:spAutoFit/>
          </a:bodyPr>
          <a:lstStyle/>
          <a:p>
            <a:pPr algn="ctr"/>
            <a:r>
              <a:rPr lang="es-MX" sz="1000" dirty="0">
                <a:solidFill>
                  <a:srgbClr val="FF0000"/>
                </a:solidFill>
                <a:latin typeface="Calibri" panose="020F0502020204030204" pitchFamily="34" charset="0"/>
                <a:ea typeface="Calibri" panose="020F0502020204030204" pitchFamily="34" charset="0"/>
                <a:cs typeface="Calibri" panose="020F0502020204030204" pitchFamily="34" charset="0"/>
              </a:rPr>
              <a:t>&lt;IMAGEN_3&gt;</a:t>
            </a:r>
            <a:endParaRPr lang="es-MX" sz="1000" dirty="0">
              <a:latin typeface="Calibri" panose="020F0502020204030204" pitchFamily="34" charset="0"/>
              <a:ea typeface="Calibri" panose="020F0502020204030204" pitchFamily="34" charset="0"/>
              <a:cs typeface="Calibri" panose="020F0502020204030204" pitchFamily="34" charset="0"/>
            </a:endParaRPr>
          </a:p>
        </p:txBody>
      </p:sp>
      <p:sp>
        <p:nvSpPr>
          <p:cNvPr id="7" name="&lt;IMAGEN_4&gt;">
            <a:extLst>
              <a:ext uri="{FF2B5EF4-FFF2-40B4-BE49-F238E27FC236}">
                <a16:creationId xmlns:a16="http://schemas.microsoft.com/office/drawing/2014/main" id="{CFBC70B1-659C-62D8-4DA8-BCBBB9882255}"/>
              </a:ext>
            </a:extLst>
          </p:cNvPr>
          <p:cNvSpPr txBox="1"/>
          <p:nvPr/>
        </p:nvSpPr>
        <p:spPr>
          <a:xfrm>
            <a:off x="6584547" y="3376731"/>
            <a:ext cx="3305174" cy="246221"/>
          </a:xfrm>
          <a:prstGeom prst="rect">
            <a:avLst/>
          </a:prstGeom>
          <a:noFill/>
        </p:spPr>
        <p:txBody>
          <a:bodyPr wrap="square" rtlCol="0">
            <a:spAutoFit/>
          </a:bodyPr>
          <a:lstStyle/>
          <a:p>
            <a:pPr algn="ctr"/>
            <a:r>
              <a:rPr lang="es-MX" sz="1000" dirty="0">
                <a:solidFill>
                  <a:srgbClr val="FF0000"/>
                </a:solidFill>
                <a:latin typeface="Calibri" panose="020F0502020204030204" pitchFamily="34" charset="0"/>
                <a:ea typeface="Calibri" panose="020F0502020204030204" pitchFamily="34" charset="0"/>
                <a:cs typeface="Calibri" panose="020F0502020204030204" pitchFamily="34" charset="0"/>
              </a:rPr>
              <a:t>&lt;IMAGEN_4&gt;</a:t>
            </a:r>
            <a:endParaRPr lang="es-MX" sz="1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86384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包图主题2">
  <a:themeElements>
    <a:clrScheme name="自定义 139">
      <a:dk1>
        <a:sysClr val="windowText" lastClr="000000"/>
      </a:dk1>
      <a:lt1>
        <a:sysClr val="window" lastClr="FFFFFF"/>
      </a:lt1>
      <a:dk2>
        <a:srgbClr val="44546A"/>
      </a:dk2>
      <a:lt2>
        <a:srgbClr val="E7E6E6"/>
      </a:lt2>
      <a:accent1>
        <a:srgbClr val="0085AE"/>
      </a:accent1>
      <a:accent2>
        <a:srgbClr val="0073A6"/>
      </a:accent2>
      <a:accent3>
        <a:srgbClr val="0085AE"/>
      </a:accent3>
      <a:accent4>
        <a:srgbClr val="0073A6"/>
      </a:accent4>
      <a:accent5>
        <a:srgbClr val="0085AE"/>
      </a:accent5>
      <a:accent6>
        <a:srgbClr val="0073A6"/>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Udat 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 MARINA" id="{9679F24B-E951-4F3C-9B86-766D52D0A07E}" vid="{306C2052-8AF3-4901-BABE-E850CB41AEAF}"/>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包图主题2</Template>
  <TotalTime>35243</TotalTime>
  <Words>106</Words>
  <Application>Microsoft Office PowerPoint</Application>
  <PresentationFormat>Panorámica</PresentationFormat>
  <Paragraphs>31</Paragraphs>
  <Slides>1</Slides>
  <Notes>0</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1</vt:i4>
      </vt:variant>
    </vt:vector>
  </HeadingPairs>
  <TitlesOfParts>
    <vt:vector size="6" baseType="lpstr">
      <vt:lpstr>等线</vt:lpstr>
      <vt:lpstr>Arial</vt:lpstr>
      <vt:lpstr>Calibri</vt:lpstr>
      <vt:lpstr>包图主题2</vt:lpstr>
      <vt:lpstr>Udat p</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逆流的小鱼</dc:creator>
  <cp:lastModifiedBy>Estadisticas ComplejoC5</cp:lastModifiedBy>
  <cp:revision>379</cp:revision>
  <dcterms:created xsi:type="dcterms:W3CDTF">2017-08-24T11:47:32Z</dcterms:created>
  <dcterms:modified xsi:type="dcterms:W3CDTF">2026-02-05T16:09:02Z</dcterms:modified>
</cp:coreProperties>
</file>