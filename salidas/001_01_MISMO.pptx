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4"/>
  </p:notesMasterIdLst>
  <p:sldIdLst>
    <p:sldId id="5787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F6F6F6"/>
    <a:srgbClr val="580000"/>
    <a:srgbClr val="9999FF"/>
    <a:srgbClr val="6666FF"/>
    <a:srgbClr val="0073A6"/>
    <a:srgbClr val="0085AE"/>
    <a:srgbClr val="3AA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3832" autoAdjust="0"/>
  </p:normalViewPr>
  <p:slideViewPr>
    <p:cSldViewPr snapToGrid="0" showGuides="1">
      <p:cViewPr varScale="1">
        <p:scale>
          <a:sx n="100" d="100"/>
          <a:sy n="100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tags" Target="tags/tag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3DDA-EF99-4D0F-AD1E-35929B033D1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3264-7A87-4363-AFA4-CCAB038A6429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2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20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ED0EA90-7795-4749-888D-60C300EE35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697559-FEAD-4314-A72D-43B33F3BC8E6}"/>
              </a:ext>
            </a:extLst>
          </p:cNvPr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2B7C4B-9DE7-42E6-9E55-A2C717C78A9E}"/>
              </a:ext>
            </a:extLst>
          </p:cNvPr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2A96E9B-CD21-4656-9030-A7F4AE07A2C1}"/>
              </a:ext>
            </a:extLst>
          </p:cNvPr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57049035-9568-4049-AD08-86954D460E03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CFCB8C34-4DE8-4D50-BF41-744A8E3DEE47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90C65F52-4D9D-48E3-AB24-E6E9CA323DEE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4203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20702" y="1378857"/>
            <a:ext cx="2561770" cy="2561770"/>
          </a:xfrm>
          <a:custGeom>
            <a:avLst/>
            <a:gdLst>
              <a:gd name="connsiteX0" fmla="*/ 1280885 w 2561770"/>
              <a:gd name="connsiteY0" fmla="*/ 0 h 2561770"/>
              <a:gd name="connsiteX1" fmla="*/ 2561770 w 2561770"/>
              <a:gd name="connsiteY1" fmla="*/ 1280885 h 2561770"/>
              <a:gd name="connsiteX2" fmla="*/ 1280885 w 2561770"/>
              <a:gd name="connsiteY2" fmla="*/ 2561770 h 2561770"/>
              <a:gd name="connsiteX3" fmla="*/ 0 w 2561770"/>
              <a:gd name="connsiteY3" fmla="*/ 1280885 h 2561770"/>
              <a:gd name="connsiteX4" fmla="*/ 1280885 w 2561770"/>
              <a:gd name="connsiteY4" fmla="*/ 0 h 256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770" h="2561770">
                <a:moveTo>
                  <a:pt x="1280885" y="0"/>
                </a:moveTo>
                <a:cubicBezTo>
                  <a:pt x="1988298" y="0"/>
                  <a:pt x="2561770" y="573472"/>
                  <a:pt x="2561770" y="1280885"/>
                </a:cubicBezTo>
                <a:cubicBezTo>
                  <a:pt x="2561770" y="1988298"/>
                  <a:pt x="1988298" y="2561770"/>
                  <a:pt x="1280885" y="2561770"/>
                </a:cubicBezTo>
                <a:cubicBezTo>
                  <a:pt x="573472" y="2561770"/>
                  <a:pt x="0" y="1988298"/>
                  <a:pt x="0" y="1280885"/>
                </a:cubicBezTo>
                <a:cubicBezTo>
                  <a:pt x="0" y="573472"/>
                  <a:pt x="573472" y="0"/>
                  <a:pt x="1280885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8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64564" cy="6858000"/>
          </a:xfrm>
          <a:custGeom>
            <a:avLst/>
            <a:gdLst>
              <a:gd name="connsiteX0" fmla="*/ 0 w 4564564"/>
              <a:gd name="connsiteY0" fmla="*/ 0 h 6858000"/>
              <a:gd name="connsiteX1" fmla="*/ 2066831 w 4564564"/>
              <a:gd name="connsiteY1" fmla="*/ 0 h 6858000"/>
              <a:gd name="connsiteX2" fmla="*/ 4564564 w 4564564"/>
              <a:gd name="connsiteY2" fmla="*/ 3428999 h 6858000"/>
              <a:gd name="connsiteX3" fmla="*/ 4564563 w 4564564"/>
              <a:gd name="connsiteY3" fmla="*/ 3429000 h 6858000"/>
              <a:gd name="connsiteX4" fmla="*/ 4564564 w 4564564"/>
              <a:gd name="connsiteY4" fmla="*/ 3429001 h 6858000"/>
              <a:gd name="connsiteX5" fmla="*/ 2066831 w 4564564"/>
              <a:gd name="connsiteY5" fmla="*/ 6858000 h 6858000"/>
              <a:gd name="connsiteX6" fmla="*/ 0 w 4564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64564" h="6858000">
                <a:moveTo>
                  <a:pt x="0" y="0"/>
                </a:moveTo>
                <a:lnTo>
                  <a:pt x="2066831" y="0"/>
                </a:lnTo>
                <a:lnTo>
                  <a:pt x="4564564" y="3428999"/>
                </a:lnTo>
                <a:lnTo>
                  <a:pt x="4564563" y="3429000"/>
                </a:lnTo>
                <a:lnTo>
                  <a:pt x="4564564" y="3429001"/>
                </a:lnTo>
                <a:lnTo>
                  <a:pt x="206683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0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645396" y="1552093"/>
            <a:ext cx="3318388" cy="3318388"/>
          </a:xfrm>
          <a:custGeom>
            <a:avLst/>
            <a:gdLst>
              <a:gd name="connsiteX0" fmla="*/ 1659194 w 3318388"/>
              <a:gd name="connsiteY0" fmla="*/ 0 h 3318388"/>
              <a:gd name="connsiteX1" fmla="*/ 3318388 w 3318388"/>
              <a:gd name="connsiteY1" fmla="*/ 1659194 h 3318388"/>
              <a:gd name="connsiteX2" fmla="*/ 1659194 w 3318388"/>
              <a:gd name="connsiteY2" fmla="*/ 3318388 h 3318388"/>
              <a:gd name="connsiteX3" fmla="*/ 0 w 3318388"/>
              <a:gd name="connsiteY3" fmla="*/ 1659194 h 3318388"/>
              <a:gd name="connsiteX4" fmla="*/ 1659194 w 3318388"/>
              <a:gd name="connsiteY4" fmla="*/ 0 h 331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8388" h="3318388">
                <a:moveTo>
                  <a:pt x="1659194" y="0"/>
                </a:moveTo>
                <a:cubicBezTo>
                  <a:pt x="2575542" y="0"/>
                  <a:pt x="3318388" y="742846"/>
                  <a:pt x="3318388" y="1659194"/>
                </a:cubicBezTo>
                <a:cubicBezTo>
                  <a:pt x="3318388" y="2575542"/>
                  <a:pt x="2575542" y="3318388"/>
                  <a:pt x="1659194" y="3318388"/>
                </a:cubicBezTo>
                <a:cubicBezTo>
                  <a:pt x="742846" y="3318388"/>
                  <a:pt x="0" y="2575542"/>
                  <a:pt x="0" y="1659194"/>
                </a:cubicBezTo>
                <a:cubicBezTo>
                  <a:pt x="0" y="742846"/>
                  <a:pt x="742846" y="0"/>
                  <a:pt x="1659194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 b="1">
                <a:solidFill>
                  <a:srgbClr val="8E1C3D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58A73-A37E-4295-BC6C-6919AE36579C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DBEC-D66B-4AF3-AA4B-CF3C078A38AE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569CC7-F699-F56C-48BB-12D4A33C7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533672" cy="68600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E9EDBDA-D5E8-4A20-B63C-FCFB51638C93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6C0000"/>
          </a:solidFill>
          <a:ln>
            <a:solidFill>
              <a:srgbClr val="6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7EDF9D-6077-490B-8635-9DC0299C4A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81750"/>
          </a:xfrm>
          <a:prstGeom prst="rect">
            <a:avLst/>
          </a:prstGeom>
        </p:spPr>
      </p:pic>
      <p:pic>
        <p:nvPicPr>
          <p:cNvPr id="12" name="bg object 19">
            <a:extLst>
              <a:ext uri="{FF2B5EF4-FFF2-40B4-BE49-F238E27FC236}">
                <a16:creationId xmlns:a16="http://schemas.microsoft.com/office/drawing/2014/main" id="{02BF7C51-B714-4301-AFCB-6DEDF5E5296D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024"/>
            <a:ext cx="1280166" cy="4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4184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4.png"/><Relationship Id="rId4" Type="http://schemas.openxmlformats.org/officeDocument/2006/relationships/image" Target="../media/image5.emf"/><Relationship Id="rId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16673"/>
            <a:ext cx="12192000" cy="361950"/>
          </a:xfrm>
          <a:prstGeom prst="rect">
            <a:avLst/>
          </a:prstGeom>
          <a:solidFill>
            <a:srgbClr val="007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22514" y="341992"/>
            <a:ext cx="159658" cy="703036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1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6" r:id="rId3"/>
    <p:sldLayoutId id="2147483675" r:id="rId4"/>
    <p:sldLayoutId id="2147483674" r:id="rId5"/>
    <p:sldLayoutId id="2147483662" r:id="rId6"/>
    <p:sldLayoutId id="2147483680" r:id="rId7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9788228D-A0BA-43FF-BEC3-79B3F07317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F8D70A-7D65-CB35-CF46-EAF4D1EFD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11249437" y="-26981"/>
            <a:ext cx="966250" cy="9738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2A7337-98DD-AB18-20E3-52638C64C7C3}"/>
              </a:ext>
            </a:extLst>
          </p:cNvPr>
          <p:cNvSpPr/>
          <p:nvPr userDrawn="1"/>
        </p:nvSpPr>
        <p:spPr>
          <a:xfrm>
            <a:off x="529968" y="77843"/>
            <a:ext cx="11671808" cy="504847"/>
          </a:xfrm>
          <a:prstGeom prst="rect">
            <a:avLst/>
          </a:prstGeom>
          <a:solidFill>
            <a:srgbClr val="90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6E08239-42B4-59BD-8CA0-2DC77DCEE26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399483" y="6617339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06E79FF-6B1A-E997-4954-F1C94FF3AF77}"/>
              </a:ext>
            </a:extLst>
          </p:cNvPr>
          <p:cNvSpPr/>
          <p:nvPr userDrawn="1"/>
        </p:nvSpPr>
        <p:spPr>
          <a:xfrm>
            <a:off x="1146777" y="8707"/>
            <a:ext cx="3730027" cy="578882"/>
          </a:xfrm>
          <a:prstGeom prst="roundRect">
            <a:avLst/>
          </a:prstGeom>
          <a:solidFill>
            <a:srgbClr val="3C393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prstClr val="white"/>
                </a:solidFill>
              </a:rPr>
              <a:t>SECRETARÍA DE SEGURIDAD CIUDADANA </a:t>
            </a:r>
          </a:p>
          <a:p>
            <a:pPr algn="ctr"/>
            <a:r>
              <a:rPr lang="es-MX" sz="1400" b="1" dirty="0">
                <a:solidFill>
                  <a:prstClr val="white"/>
                </a:solidFill>
              </a:rPr>
              <a:t>DEL ESTADO DE QUINTANA ROO</a:t>
            </a:r>
          </a:p>
        </p:txBody>
      </p:sp>
      <p:sp>
        <p:nvSpPr>
          <p:cNvPr id="13" name="8 Rectángulo">
            <a:extLst>
              <a:ext uri="{FF2B5EF4-FFF2-40B4-BE49-F238E27FC236}">
                <a16:creationId xmlns:a16="http://schemas.microsoft.com/office/drawing/2014/main" id="{5039D862-306A-A08A-BC37-D39E896893F1}"/>
              </a:ext>
            </a:extLst>
          </p:cNvPr>
          <p:cNvSpPr/>
          <p:nvPr userDrawn="1"/>
        </p:nvSpPr>
        <p:spPr>
          <a:xfrm>
            <a:off x="2381" y="588102"/>
            <a:ext cx="12204854" cy="45719"/>
          </a:xfrm>
          <a:prstGeom prst="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F9C8CB-79A3-AAED-F3DB-3D497A7CAA1B}"/>
              </a:ext>
            </a:extLst>
          </p:cNvPr>
          <p:cNvSpPr/>
          <p:nvPr userDrawn="1"/>
        </p:nvSpPr>
        <p:spPr>
          <a:xfrm>
            <a:off x="-13649" y="0"/>
            <a:ext cx="1405467" cy="595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bg object 19">
            <a:extLst>
              <a:ext uri="{FF2B5EF4-FFF2-40B4-BE49-F238E27FC236}">
                <a16:creationId xmlns:a16="http://schemas.microsoft.com/office/drawing/2014/main" id="{7B9DF25D-678C-0EF8-2081-9D2698ED0211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69" y="77856"/>
            <a:ext cx="1280166" cy="431320"/>
          </a:xfrm>
          <a:prstGeom prst="rect">
            <a:avLst/>
          </a:prstGeom>
        </p:spPr>
      </p:pic>
      <p:sp>
        <p:nvSpPr>
          <p:cNvPr id="2" name="Trapecio 1">
            <a:extLst>
              <a:ext uri="{FF2B5EF4-FFF2-40B4-BE49-F238E27FC236}">
                <a16:creationId xmlns:a16="http://schemas.microsoft.com/office/drawing/2014/main" id="{F615B314-7FE3-4B41-8EDD-88C4C64B6317}"/>
              </a:ext>
            </a:extLst>
          </p:cNvPr>
          <p:cNvSpPr/>
          <p:nvPr userDrawn="1"/>
        </p:nvSpPr>
        <p:spPr>
          <a:xfrm>
            <a:off x="626496" y="6642236"/>
            <a:ext cx="10967524" cy="195263"/>
          </a:xfrm>
          <a:prstGeom prst="trapezoid">
            <a:avLst>
              <a:gd name="adj" fmla="val 65466"/>
            </a:avLst>
          </a:prstGeom>
          <a:solidFill>
            <a:srgbClr val="E91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49C0238-B7B3-4D5A-AB49-011B35071EB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1641767" y="6610486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67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479B-CFAC-2336-96F6-895ED679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&lt;DETALLE&gt;">
            <a:extLst>
              <a:ext uri="{FF2B5EF4-FFF2-40B4-BE49-F238E27FC236}">
                <a16:creationId xmlns:a16="http://schemas.microsoft.com/office/drawing/2014/main" id="{90AB0689-9ECF-691C-1586-9F3D47469297}"/>
              </a:ext>
            </a:extLst>
          </p:cNvPr>
          <p:cNvSpPr txBox="1"/>
          <p:nvPr/>
        </p:nvSpPr>
        <p:spPr>
          <a:xfrm>
            <a:off x="124918" y="833797"/>
            <a:ext cx="27192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rPr>
              <a:t>EL  DIA : 2026-05-25</a:t>
            </a:r>
          </a:p>
          <a:p>
            <a:pPr lvl="0">
              <a:defRPr/>
            </a:pPr>
            <a:r>
              <a:rPr lang="es-MX" sz="1000" b="1" dirty="0">
                <a:latin typeface="Calibri" panose="020F0502020204030204"/>
                <a:ea typeface="微软雅黑"/>
              </a:rPr>
              <a:t>POR DELITO: FLAGRANCIA</a:t>
            </a:r>
          </a:p>
          <a:p>
            <a:pPr lvl="0">
              <a:defRPr/>
            </a:pPr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DETENIDO: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JOSMAR ARMANDO ARJONA HERRERA DE 19 AÑOS DE EDAD</a:t>
            </a:r>
          </a:p>
          <a:p>
            <a:r>
              <a:rPr lang="es-MX" sz="1000" b="1" dirty="0">
                <a:latin typeface="Calibri" panose="020F0502020204030204"/>
              </a:rPr>
              <a:t>ALIAS: LAMPARA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ASEGURAMIENTO: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solidFill>
                  <a:srgbClr val="FF0000"/>
                </a:solidFill>
                <a:latin typeface="Calibri" panose="020F0502020204030204"/>
                <a:ea typeface="微软雅黑"/>
              </a:rPr>
              <a:t>DATOS RELEVANTES:</a:t>
            </a:r>
          </a:p>
          <a:p>
            <a:r>
              <a:rPr lang="es-MX" sz="1000" b="1" dirty="0">
                <a:latin typeface="Calibri" panose="020F0502020204030204"/>
              </a:rPr>
              <a:t>ESTA DETENCIÓN SE REALIZÓ SOBRE RECORRIDO, DERIVADO DE UNA INSPECCIÓN, DONDE  LOS DETENIDOS ADOPTARON UNA ACTITUD EVASIVA EN CONTRA DE LOS ELEMENTOS POR LO CUAL FUERON PUESTOS A DISPOSICIÓN DE LA AUTORIDAD CORRESPONDIENTE</a:t>
            </a:r>
          </a:p>
          <a:p>
            <a:endParaRPr lang="es-MX" sz="1000" b="1" dirty="0">
              <a:solidFill>
                <a:srgbClr val="FF0000"/>
              </a:solidFill>
              <a:latin typeface="Calibri" panose="020F0502020204030204"/>
              <a:ea typeface="微软雅黑"/>
            </a:endParaRPr>
          </a:p>
        </p:txBody>
      </p:sp>
      <p:sp>
        <p:nvSpPr>
          <p:cNvPr id="6" name="&lt;CORPORACION&gt;">
            <a:extLst>
              <a:ext uri="{FF2B5EF4-FFF2-40B4-BE49-F238E27FC236}">
                <a16:creationId xmlns:a16="http://schemas.microsoft.com/office/drawing/2014/main" id="{89630F3F-BF11-3BBA-7B3A-724023067C8F}"/>
              </a:ext>
            </a:extLst>
          </p:cNvPr>
          <p:cNvSpPr txBox="1"/>
          <p:nvPr/>
        </p:nvSpPr>
        <p:spPr>
          <a:xfrm>
            <a:off x="8598092" y="123825"/>
            <a:ext cx="330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rgbClr val="6C0000"/>
                </a:solidFill>
                <a:latin typeface="Arial"/>
                <a:ea typeface="微软雅黑"/>
              </a:rPr>
              <a:t>PEP_COZ</a:t>
            </a:r>
          </a:p>
        </p:txBody>
      </p:sp>
      <p:sp>
        <p:nvSpPr>
          <p:cNvPr id="2" name="&lt;IMAGEN_1&gt;">
            <a:extLst>
              <a:ext uri="{FF2B5EF4-FFF2-40B4-BE49-F238E27FC236}">
                <a16:creationId xmlns:a16="http://schemas.microsoft.com/office/drawing/2014/main" id="{EE16187D-43CE-6CCF-31C3-EC52A7C03CEE}"/>
              </a:ext>
            </a:extLst>
          </p:cNvPr>
          <p:cNvSpPr txBox="1"/>
          <p:nvPr/>
        </p:nvSpPr>
        <p:spPr>
          <a:xfrm>
            <a:off x="2844205" y="1982154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&lt;IMAGEN_1&gt;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&lt;IMAGEN_2&gt;">
            <a:extLst>
              <a:ext uri="{FF2B5EF4-FFF2-40B4-BE49-F238E27FC236}">
                <a16:creationId xmlns:a16="http://schemas.microsoft.com/office/drawing/2014/main" id="{5C28FA33-9B7C-9EE1-6A38-4997AF9F4E80}"/>
              </a:ext>
            </a:extLst>
          </p:cNvPr>
          <p:cNvSpPr txBox="1"/>
          <p:nvPr/>
        </p:nvSpPr>
        <p:spPr>
          <a:xfrm>
            <a:off x="6584547" y="1982154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&lt;IMAGEN_2&gt;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&lt;IMAGEN_3&gt;">
            <a:extLst>
              <a:ext uri="{FF2B5EF4-FFF2-40B4-BE49-F238E27FC236}">
                <a16:creationId xmlns:a16="http://schemas.microsoft.com/office/drawing/2014/main" id="{4E0586DE-E1B6-5E50-7816-B6ADDA47C201}"/>
              </a:ext>
            </a:extLst>
          </p:cNvPr>
          <p:cNvSpPr txBox="1"/>
          <p:nvPr/>
        </p:nvSpPr>
        <p:spPr>
          <a:xfrm>
            <a:off x="2812647" y="3376732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&lt;IMAGEN_3&gt;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&lt;IMAGEN_4&gt;">
            <a:extLst>
              <a:ext uri="{FF2B5EF4-FFF2-40B4-BE49-F238E27FC236}">
                <a16:creationId xmlns:a16="http://schemas.microsoft.com/office/drawing/2014/main" id="{CFBC70B1-659C-62D8-4DA8-BCBBB9882255}"/>
              </a:ext>
            </a:extLst>
          </p:cNvPr>
          <p:cNvSpPr txBox="1"/>
          <p:nvPr/>
        </p:nvSpPr>
        <p:spPr>
          <a:xfrm>
            <a:off x="6584547" y="3376731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&lt;IMAGEN_4&gt;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638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5AE"/>
      </a:accent1>
      <a:accent2>
        <a:srgbClr val="0073A6"/>
      </a:accent2>
      <a:accent3>
        <a:srgbClr val="0085AE"/>
      </a:accent3>
      <a:accent4>
        <a:srgbClr val="0073A6"/>
      </a:accent4>
      <a:accent5>
        <a:srgbClr val="0085AE"/>
      </a:accent5>
      <a:accent6>
        <a:srgbClr val="0073A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Udat 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ARINA" id="{9679F24B-E951-4F3C-9B86-766D52D0A07E}" vid="{306C2052-8AF3-4901-BABE-E850CB41AEA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35243</TotalTime>
  <Words>106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包图主题2</vt:lpstr>
      <vt:lpstr>Udat p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Estadisticas ComplejoC5</cp:lastModifiedBy>
  <cp:revision>379</cp:revision>
  <dcterms:created xsi:type="dcterms:W3CDTF">2017-08-24T11:47:32Z</dcterms:created>
  <dcterms:modified xsi:type="dcterms:W3CDTF">2026-02-05T16:09:02Z</dcterms:modified>
</cp:coreProperties>
</file>