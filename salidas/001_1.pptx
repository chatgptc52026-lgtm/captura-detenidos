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4"/>
  </p:notesMasterIdLst>
  <p:sldIdLst>
    <p:sldId id="5787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0000"/>
    <a:srgbClr val="F6F6F6"/>
    <a:srgbClr val="580000"/>
    <a:srgbClr val="9999FF"/>
    <a:srgbClr val="6666FF"/>
    <a:srgbClr val="0073A6"/>
    <a:srgbClr val="0085AE"/>
    <a:srgbClr val="3AA7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3832" autoAdjust="0"/>
  </p:normalViewPr>
  <p:slideViewPr>
    <p:cSldViewPr snapToGrid="0" showGuides="1">
      <p:cViewPr varScale="1">
        <p:scale>
          <a:sx n="100" d="100"/>
          <a:sy n="100" d="100"/>
        </p:scale>
        <p:origin x="9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tags" Target="tags/tag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73DDA-EF99-4D0F-AD1E-35929B033D1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03264-7A87-4363-AFA4-CCAB038A6429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520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920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FED0EA90-7795-4749-888D-60C300EE35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697559-FEAD-4314-A72D-43B33F3BC8E6}"/>
              </a:ext>
            </a:extLst>
          </p:cNvPr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2B7C4B-9DE7-42E6-9E55-A2C717C78A9E}"/>
              </a:ext>
            </a:extLst>
          </p:cNvPr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42A96E9B-CD21-4656-9030-A7F4AE07A2C1}"/>
              </a:ext>
            </a:extLst>
          </p:cNvPr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7">
            <a:extLst>
              <a:ext uri="{FF2B5EF4-FFF2-40B4-BE49-F238E27FC236}">
                <a16:creationId xmlns:a16="http://schemas.microsoft.com/office/drawing/2014/main" id="{57049035-9568-4049-AD08-86954D460E03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58">
            <a:extLst>
              <a:ext uri="{FF2B5EF4-FFF2-40B4-BE49-F238E27FC236}">
                <a16:creationId xmlns:a16="http://schemas.microsoft.com/office/drawing/2014/main" id="{CFCB8C34-4DE8-4D50-BF41-744A8E3DEE47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60">
            <a:extLst>
              <a:ext uri="{FF2B5EF4-FFF2-40B4-BE49-F238E27FC236}">
                <a16:creationId xmlns:a16="http://schemas.microsoft.com/office/drawing/2014/main" id="{90C65F52-4D9D-48E3-AB24-E6E9CA323DEE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442037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520702" y="1378857"/>
            <a:ext cx="2561770" cy="2561770"/>
          </a:xfrm>
          <a:custGeom>
            <a:avLst/>
            <a:gdLst>
              <a:gd name="connsiteX0" fmla="*/ 1280885 w 2561770"/>
              <a:gd name="connsiteY0" fmla="*/ 0 h 2561770"/>
              <a:gd name="connsiteX1" fmla="*/ 2561770 w 2561770"/>
              <a:gd name="connsiteY1" fmla="*/ 1280885 h 2561770"/>
              <a:gd name="connsiteX2" fmla="*/ 1280885 w 2561770"/>
              <a:gd name="connsiteY2" fmla="*/ 2561770 h 2561770"/>
              <a:gd name="connsiteX3" fmla="*/ 0 w 2561770"/>
              <a:gd name="connsiteY3" fmla="*/ 1280885 h 2561770"/>
              <a:gd name="connsiteX4" fmla="*/ 1280885 w 2561770"/>
              <a:gd name="connsiteY4" fmla="*/ 0 h 256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1770" h="2561770">
                <a:moveTo>
                  <a:pt x="1280885" y="0"/>
                </a:moveTo>
                <a:cubicBezTo>
                  <a:pt x="1988298" y="0"/>
                  <a:pt x="2561770" y="573472"/>
                  <a:pt x="2561770" y="1280885"/>
                </a:cubicBezTo>
                <a:cubicBezTo>
                  <a:pt x="2561770" y="1988298"/>
                  <a:pt x="1988298" y="2561770"/>
                  <a:pt x="1280885" y="2561770"/>
                </a:cubicBezTo>
                <a:cubicBezTo>
                  <a:pt x="573472" y="2561770"/>
                  <a:pt x="0" y="1988298"/>
                  <a:pt x="0" y="1280885"/>
                </a:cubicBezTo>
                <a:cubicBezTo>
                  <a:pt x="0" y="573472"/>
                  <a:pt x="573472" y="0"/>
                  <a:pt x="1280885" y="0"/>
                </a:cubicBezTo>
                <a:close/>
              </a:path>
            </a:pathLst>
          </a:custGeom>
          <a:solidFill>
            <a:schemeClr val="tx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86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64564" cy="6858000"/>
          </a:xfrm>
          <a:custGeom>
            <a:avLst/>
            <a:gdLst>
              <a:gd name="connsiteX0" fmla="*/ 0 w 4564564"/>
              <a:gd name="connsiteY0" fmla="*/ 0 h 6858000"/>
              <a:gd name="connsiteX1" fmla="*/ 2066831 w 4564564"/>
              <a:gd name="connsiteY1" fmla="*/ 0 h 6858000"/>
              <a:gd name="connsiteX2" fmla="*/ 4564564 w 4564564"/>
              <a:gd name="connsiteY2" fmla="*/ 3428999 h 6858000"/>
              <a:gd name="connsiteX3" fmla="*/ 4564563 w 4564564"/>
              <a:gd name="connsiteY3" fmla="*/ 3429000 h 6858000"/>
              <a:gd name="connsiteX4" fmla="*/ 4564564 w 4564564"/>
              <a:gd name="connsiteY4" fmla="*/ 3429001 h 6858000"/>
              <a:gd name="connsiteX5" fmla="*/ 2066831 w 4564564"/>
              <a:gd name="connsiteY5" fmla="*/ 6858000 h 6858000"/>
              <a:gd name="connsiteX6" fmla="*/ 0 w 456456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64564" h="6858000">
                <a:moveTo>
                  <a:pt x="0" y="0"/>
                </a:moveTo>
                <a:lnTo>
                  <a:pt x="2066831" y="0"/>
                </a:lnTo>
                <a:lnTo>
                  <a:pt x="4564564" y="3428999"/>
                </a:lnTo>
                <a:lnTo>
                  <a:pt x="4564563" y="3429000"/>
                </a:lnTo>
                <a:lnTo>
                  <a:pt x="4564564" y="3429001"/>
                </a:lnTo>
                <a:lnTo>
                  <a:pt x="206683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80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2645396" y="1552093"/>
            <a:ext cx="3318388" cy="3318388"/>
          </a:xfrm>
          <a:custGeom>
            <a:avLst/>
            <a:gdLst>
              <a:gd name="connsiteX0" fmla="*/ 1659194 w 3318388"/>
              <a:gd name="connsiteY0" fmla="*/ 0 h 3318388"/>
              <a:gd name="connsiteX1" fmla="*/ 3318388 w 3318388"/>
              <a:gd name="connsiteY1" fmla="*/ 1659194 h 3318388"/>
              <a:gd name="connsiteX2" fmla="*/ 1659194 w 3318388"/>
              <a:gd name="connsiteY2" fmla="*/ 3318388 h 3318388"/>
              <a:gd name="connsiteX3" fmla="*/ 0 w 3318388"/>
              <a:gd name="connsiteY3" fmla="*/ 1659194 h 3318388"/>
              <a:gd name="connsiteX4" fmla="*/ 1659194 w 3318388"/>
              <a:gd name="connsiteY4" fmla="*/ 0 h 331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8388" h="3318388">
                <a:moveTo>
                  <a:pt x="1659194" y="0"/>
                </a:moveTo>
                <a:cubicBezTo>
                  <a:pt x="2575542" y="0"/>
                  <a:pt x="3318388" y="742846"/>
                  <a:pt x="3318388" y="1659194"/>
                </a:cubicBezTo>
                <a:cubicBezTo>
                  <a:pt x="3318388" y="2575542"/>
                  <a:pt x="2575542" y="3318388"/>
                  <a:pt x="1659194" y="3318388"/>
                </a:cubicBezTo>
                <a:cubicBezTo>
                  <a:pt x="742846" y="3318388"/>
                  <a:pt x="0" y="2575542"/>
                  <a:pt x="0" y="1659194"/>
                </a:cubicBezTo>
                <a:cubicBezTo>
                  <a:pt x="0" y="742846"/>
                  <a:pt x="742846" y="0"/>
                  <a:pt x="1659194" y="0"/>
                </a:cubicBezTo>
                <a:close/>
              </a:path>
            </a:pathLst>
          </a:custGeom>
          <a:solidFill>
            <a:schemeClr val="tx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73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78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8800" b="1">
                <a:solidFill>
                  <a:srgbClr val="8E1C3D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58A73-A37E-4295-BC6C-6919AE36579C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DBEC-D66B-4AF3-AA4B-CF3C078A38AE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6569CC7-F699-F56C-48BB-12D4A33C74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533672" cy="686003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2E9EDBDA-D5E8-4A20-B63C-FCFB51638C93}"/>
              </a:ext>
            </a:extLst>
          </p:cNvPr>
          <p:cNvSpPr/>
          <p:nvPr userDrawn="1"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6C0000"/>
          </a:solidFill>
          <a:ln>
            <a:solidFill>
              <a:srgbClr val="6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B7EDF9D-6077-490B-8635-9DC0299C4A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381750"/>
          </a:xfrm>
          <a:prstGeom prst="rect">
            <a:avLst/>
          </a:prstGeom>
        </p:spPr>
      </p:pic>
      <p:pic>
        <p:nvPicPr>
          <p:cNvPr id="12" name="bg object 19">
            <a:extLst>
              <a:ext uri="{FF2B5EF4-FFF2-40B4-BE49-F238E27FC236}">
                <a16:creationId xmlns:a16="http://schemas.microsoft.com/office/drawing/2014/main" id="{02BF7C51-B714-4301-AFCB-6DEDF5E5296D}"/>
              </a:ext>
            </a:extLst>
          </p:cNvPr>
          <p:cNvPicPr/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9024"/>
            <a:ext cx="1280166" cy="43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1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4184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.xml"/><Relationship Id="rId3" Type="http://schemas.openxmlformats.org/officeDocument/2006/relationships/image" Target="../media/image4.png"/><Relationship Id="rId4" Type="http://schemas.openxmlformats.org/officeDocument/2006/relationships/image" Target="../media/image5.emf"/><Relationship Id="rId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416673"/>
            <a:ext cx="12192000" cy="361950"/>
          </a:xfrm>
          <a:prstGeom prst="rect">
            <a:avLst/>
          </a:prstGeom>
          <a:solidFill>
            <a:srgbClr val="0073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6496050"/>
            <a:ext cx="12192000" cy="361950"/>
          </a:xfrm>
          <a:prstGeom prst="rect">
            <a:avLst/>
          </a:prstGeom>
          <a:solidFill>
            <a:srgbClr val="008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22514" y="341992"/>
            <a:ext cx="159658" cy="703036"/>
          </a:xfrm>
          <a:prstGeom prst="rect">
            <a:avLst/>
          </a:prstGeom>
          <a:solidFill>
            <a:srgbClr val="008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51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676" r:id="rId3"/>
    <p:sldLayoutId id="2147483675" r:id="rId4"/>
    <p:sldLayoutId id="2147483674" r:id="rId5"/>
    <p:sldLayoutId id="2147483662" r:id="rId6"/>
    <p:sldLayoutId id="2147483680" r:id="rId7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n 35">
            <a:extLst>
              <a:ext uri="{FF2B5EF4-FFF2-40B4-BE49-F238E27FC236}">
                <a16:creationId xmlns:a16="http://schemas.microsoft.com/office/drawing/2014/main" id="{9788228D-A0BA-43FF-BEC3-79B3F07317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1F8D70A-7D65-CB35-CF46-EAF4D1EFD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6200000">
            <a:off x="11249437" y="-26981"/>
            <a:ext cx="966250" cy="97385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A2A7337-98DD-AB18-20E3-52638C64C7C3}"/>
              </a:ext>
            </a:extLst>
          </p:cNvPr>
          <p:cNvSpPr/>
          <p:nvPr userDrawn="1"/>
        </p:nvSpPr>
        <p:spPr>
          <a:xfrm>
            <a:off x="529968" y="77843"/>
            <a:ext cx="11671808" cy="504847"/>
          </a:xfrm>
          <a:prstGeom prst="rect">
            <a:avLst/>
          </a:prstGeom>
          <a:solidFill>
            <a:srgbClr val="90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6E08239-42B4-59BD-8CA0-2DC77DCEE26F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399483" y="6617339"/>
            <a:ext cx="195263" cy="258763"/>
          </a:xfrm>
          <a:custGeom>
            <a:avLst/>
            <a:gdLst>
              <a:gd name="T0" fmla="*/ 0 w 123"/>
              <a:gd name="T1" fmla="*/ 0 h 163"/>
              <a:gd name="T2" fmla="*/ 0 w 123"/>
              <a:gd name="T3" fmla="*/ 163 h 163"/>
              <a:gd name="T4" fmla="*/ 123 w 123"/>
              <a:gd name="T5" fmla="*/ 81 h 163"/>
              <a:gd name="T6" fmla="*/ 0 w 123"/>
              <a:gd name="T7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" h="163">
                <a:moveTo>
                  <a:pt x="0" y="0"/>
                </a:moveTo>
                <a:lnTo>
                  <a:pt x="0" y="163"/>
                </a:lnTo>
                <a:lnTo>
                  <a:pt x="123" y="81"/>
                </a:lnTo>
                <a:lnTo>
                  <a:pt x="0" y="0"/>
                </a:lnTo>
                <a:close/>
              </a:path>
            </a:pathLst>
          </a:custGeom>
          <a:solidFill>
            <a:srgbClr val="1F28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06E79FF-6B1A-E997-4954-F1C94FF3AF77}"/>
              </a:ext>
            </a:extLst>
          </p:cNvPr>
          <p:cNvSpPr/>
          <p:nvPr userDrawn="1"/>
        </p:nvSpPr>
        <p:spPr>
          <a:xfrm>
            <a:off x="1146777" y="8707"/>
            <a:ext cx="3730027" cy="578882"/>
          </a:xfrm>
          <a:prstGeom prst="roundRect">
            <a:avLst/>
          </a:prstGeom>
          <a:solidFill>
            <a:srgbClr val="3C3935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txBody>
          <a:bodyPr wrap="square" rtlCol="0">
            <a:spAutoFit/>
          </a:bodyPr>
          <a:lstStyle/>
          <a:p>
            <a:pPr algn="ctr"/>
            <a:r>
              <a:rPr lang="es-MX" sz="1400" b="1" dirty="0">
                <a:solidFill>
                  <a:prstClr val="white"/>
                </a:solidFill>
              </a:rPr>
              <a:t>SECRETARÍA DE SEGURIDAD CIUDADANA </a:t>
            </a:r>
          </a:p>
          <a:p>
            <a:pPr algn="ctr"/>
            <a:r>
              <a:rPr lang="es-MX" sz="1400" b="1" dirty="0">
                <a:solidFill>
                  <a:prstClr val="white"/>
                </a:solidFill>
              </a:rPr>
              <a:t>DEL ESTADO DE QUINTANA ROO</a:t>
            </a:r>
          </a:p>
        </p:txBody>
      </p:sp>
      <p:sp>
        <p:nvSpPr>
          <p:cNvPr id="13" name="8 Rectángulo">
            <a:extLst>
              <a:ext uri="{FF2B5EF4-FFF2-40B4-BE49-F238E27FC236}">
                <a16:creationId xmlns:a16="http://schemas.microsoft.com/office/drawing/2014/main" id="{5039D862-306A-A08A-BC37-D39E896893F1}"/>
              </a:ext>
            </a:extLst>
          </p:cNvPr>
          <p:cNvSpPr/>
          <p:nvPr userDrawn="1"/>
        </p:nvSpPr>
        <p:spPr>
          <a:xfrm>
            <a:off x="2381" y="588102"/>
            <a:ext cx="12204854" cy="45719"/>
          </a:xfrm>
          <a:prstGeom prst="rect">
            <a:avLst/>
          </a:prstGeom>
          <a:solidFill>
            <a:srgbClr val="FFC00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 dirty="0">
              <a:solidFill>
                <a:prstClr val="white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EF9C8CB-79A3-AAED-F3DB-3D497A7CAA1B}"/>
              </a:ext>
            </a:extLst>
          </p:cNvPr>
          <p:cNvSpPr/>
          <p:nvPr userDrawn="1"/>
        </p:nvSpPr>
        <p:spPr>
          <a:xfrm>
            <a:off x="-13649" y="0"/>
            <a:ext cx="1405467" cy="595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5" name="bg object 19">
            <a:extLst>
              <a:ext uri="{FF2B5EF4-FFF2-40B4-BE49-F238E27FC236}">
                <a16:creationId xmlns:a16="http://schemas.microsoft.com/office/drawing/2014/main" id="{7B9DF25D-678C-0EF8-2081-9D2698ED0211}"/>
              </a:ext>
            </a:extLst>
          </p:cNvPr>
          <p:cNvPicPr/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169" y="77856"/>
            <a:ext cx="1280166" cy="431320"/>
          </a:xfrm>
          <a:prstGeom prst="rect">
            <a:avLst/>
          </a:prstGeom>
        </p:spPr>
      </p:pic>
      <p:sp>
        <p:nvSpPr>
          <p:cNvPr id="2" name="Trapecio 1">
            <a:extLst>
              <a:ext uri="{FF2B5EF4-FFF2-40B4-BE49-F238E27FC236}">
                <a16:creationId xmlns:a16="http://schemas.microsoft.com/office/drawing/2014/main" id="{F615B314-7FE3-4B41-8EDD-88C4C64B6317}"/>
              </a:ext>
            </a:extLst>
          </p:cNvPr>
          <p:cNvSpPr/>
          <p:nvPr userDrawn="1"/>
        </p:nvSpPr>
        <p:spPr>
          <a:xfrm>
            <a:off x="626496" y="6642236"/>
            <a:ext cx="10967524" cy="195263"/>
          </a:xfrm>
          <a:prstGeom prst="trapezoid">
            <a:avLst>
              <a:gd name="adj" fmla="val 65466"/>
            </a:avLst>
          </a:prstGeom>
          <a:solidFill>
            <a:srgbClr val="E91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949C0238-B7B3-4D5A-AB49-011B35071EB9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11641767" y="6610486"/>
            <a:ext cx="195263" cy="258763"/>
          </a:xfrm>
          <a:custGeom>
            <a:avLst/>
            <a:gdLst>
              <a:gd name="T0" fmla="*/ 0 w 123"/>
              <a:gd name="T1" fmla="*/ 0 h 163"/>
              <a:gd name="T2" fmla="*/ 0 w 123"/>
              <a:gd name="T3" fmla="*/ 163 h 163"/>
              <a:gd name="T4" fmla="*/ 123 w 123"/>
              <a:gd name="T5" fmla="*/ 81 h 163"/>
              <a:gd name="T6" fmla="*/ 0 w 123"/>
              <a:gd name="T7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" h="163">
                <a:moveTo>
                  <a:pt x="0" y="0"/>
                </a:moveTo>
                <a:lnTo>
                  <a:pt x="0" y="163"/>
                </a:lnTo>
                <a:lnTo>
                  <a:pt x="123" y="81"/>
                </a:lnTo>
                <a:lnTo>
                  <a:pt x="0" y="0"/>
                </a:lnTo>
                <a:close/>
              </a:path>
            </a:pathLst>
          </a:custGeom>
          <a:solidFill>
            <a:srgbClr val="1F28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67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479B-CFAC-2336-96F6-895ED679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&lt;DETALLE&gt;">
            <a:extLst>
              <a:ext uri="{FF2B5EF4-FFF2-40B4-BE49-F238E27FC236}">
                <a16:creationId xmlns:a16="http://schemas.microsoft.com/office/drawing/2014/main" id="{90AB0689-9ECF-691C-1586-9F3D47469297}"/>
              </a:ext>
            </a:extLst>
          </p:cNvPr>
          <p:cNvSpPr txBox="1"/>
          <p:nvPr/>
        </p:nvSpPr>
        <p:spPr>
          <a:xfrm>
            <a:off x="124918" y="833797"/>
            <a:ext cx="271928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rPr>
              <a:t>EL  DIA : 2026-05-12</a:t>
            </a:r>
          </a:p>
          <a:p>
            <a:pPr lvl="0">
              <a:defRPr/>
            </a:pPr>
            <a:r>
              <a:rPr lang="es-MX" sz="1000" b="1" dirty="0">
                <a:latin typeface="Calibri" panose="020F0502020204030204"/>
                <a:ea typeface="微软雅黑"/>
              </a:rPr>
              <a:t>POR DELITO: FLAGRANCIA</a:t>
            </a:r>
          </a:p>
          <a:p>
            <a:pPr lvl="0">
              <a:defRPr/>
            </a:pPr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DETENIDO: </a:t>
            </a: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 DE  AÑOS DE EDAD</a:t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>ALIAS: </a:t>
            </a:r>
          </a:p>
          <a:p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ASEGURAMIENTO: </a:t>
            </a: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endParaRPr lang="es-MX" sz="1000" b="1" dirty="0">
              <a:latin typeface="Calibri" panose="020F0502020204030204"/>
            </a:endParaRPr>
          </a:p>
          <a:p>
            <a:endParaRPr lang="es-MX" sz="1000" b="1" dirty="0">
              <a:latin typeface="Calibri" panose="020F0502020204030204"/>
            </a:endParaRPr>
          </a:p>
          <a:p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solidFill>
                  <a:srgbClr val="FF0000"/>
                </a:solidFill>
                <a:latin typeface="Calibri" panose="020F0502020204030204"/>
                <a:ea typeface="微软雅黑"/>
              </a:rPr>
              <a:t>DATOS RELEVANTES:</a:t>
            </a:r>
          </a:p>
          <a:p>
            <a:r>
              <a:rPr lang="es-MX" sz="1000" b="1" dirty="0">
                <a:latin typeface="Calibri" panose="020F0502020204030204"/>
              </a:rPr>
              <a:t/>
            </a:r>
          </a:p>
          <a:p>
            <a:endParaRPr lang="es-MX" sz="1000" b="1" dirty="0">
              <a:solidFill>
                <a:srgbClr val="FF0000"/>
              </a:solidFill>
              <a:latin typeface="Calibri" panose="020F0502020204030204"/>
              <a:ea typeface="微软雅黑"/>
            </a:endParaRPr>
          </a:p>
        </p:txBody>
      </p:sp>
      <p:sp>
        <p:nvSpPr>
          <p:cNvPr id="6" name="&lt;CORPORACION&gt;">
            <a:extLst>
              <a:ext uri="{FF2B5EF4-FFF2-40B4-BE49-F238E27FC236}">
                <a16:creationId xmlns:a16="http://schemas.microsoft.com/office/drawing/2014/main" id="{89630F3F-BF11-3BBA-7B3A-724023067C8F}"/>
              </a:ext>
            </a:extLst>
          </p:cNvPr>
          <p:cNvSpPr txBox="1"/>
          <p:nvPr/>
        </p:nvSpPr>
        <p:spPr>
          <a:xfrm>
            <a:off x="8598092" y="123825"/>
            <a:ext cx="3305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solidFill>
                  <a:srgbClr val="6C0000"/>
                </a:solidFill>
                <a:latin typeface="Arial"/>
                <a:ea typeface="微软雅黑"/>
              </a:rPr>
              <a:t>PEP_PLAYA</a:t>
            </a:r>
          </a:p>
        </p:txBody>
      </p:sp>
      <p:sp>
        <p:nvSpPr>
          <p:cNvPr id="3" name="&lt;IMAGEN_2&gt;">
            <a:extLst>
              <a:ext uri="{FF2B5EF4-FFF2-40B4-BE49-F238E27FC236}">
                <a16:creationId xmlns:a16="http://schemas.microsoft.com/office/drawing/2014/main" id="{5C28FA33-9B7C-9EE1-6A38-4997AF9F4E80}"/>
              </a:ext>
            </a:extLst>
          </p:cNvPr>
          <p:cNvSpPr txBox="1"/>
          <p:nvPr/>
        </p:nvSpPr>
        <p:spPr>
          <a:xfrm>
            <a:off x="6584547" y="1982154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&lt;IMAGEN_2&gt;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&lt;IMAGEN_3&gt;">
            <a:extLst>
              <a:ext uri="{FF2B5EF4-FFF2-40B4-BE49-F238E27FC236}">
                <a16:creationId xmlns:a16="http://schemas.microsoft.com/office/drawing/2014/main" id="{4E0586DE-E1B6-5E50-7816-B6ADDA47C201}"/>
              </a:ext>
            </a:extLst>
          </p:cNvPr>
          <p:cNvSpPr txBox="1"/>
          <p:nvPr/>
        </p:nvSpPr>
        <p:spPr>
          <a:xfrm>
            <a:off x="2812647" y="3376732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&lt;IMAGEN_3&gt;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&lt;IMAGEN_4&gt;">
            <a:extLst>
              <a:ext uri="{FF2B5EF4-FFF2-40B4-BE49-F238E27FC236}">
                <a16:creationId xmlns:a16="http://schemas.microsoft.com/office/drawing/2014/main" id="{CFBC70B1-659C-62D8-4DA8-BCBBB9882255}"/>
              </a:ext>
            </a:extLst>
          </p:cNvPr>
          <p:cNvSpPr txBox="1"/>
          <p:nvPr/>
        </p:nvSpPr>
        <p:spPr>
          <a:xfrm>
            <a:off x="6584547" y="3376731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&lt;IMAGEN_4&gt;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registro_img1_e79a549e51d94ceea99777cd6d003c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577" y="1982154"/>
            <a:ext cx="328429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384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包图主题2">
  <a:themeElements>
    <a:clrScheme name="自定义 13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85AE"/>
      </a:accent1>
      <a:accent2>
        <a:srgbClr val="0073A6"/>
      </a:accent2>
      <a:accent3>
        <a:srgbClr val="0085AE"/>
      </a:accent3>
      <a:accent4>
        <a:srgbClr val="0073A6"/>
      </a:accent4>
      <a:accent5>
        <a:srgbClr val="0085AE"/>
      </a:accent5>
      <a:accent6>
        <a:srgbClr val="0073A6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Udat 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 MARINA" id="{9679F24B-E951-4F3C-9B86-766D52D0A07E}" vid="{306C2052-8AF3-4901-BABE-E850CB41AEAF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35243</TotalTime>
  <Words>106</Words>
  <Application>Microsoft Office PowerPoint</Application>
  <PresentationFormat>Panorámica</PresentationFormat>
  <Paragraphs>31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包图主题2</vt:lpstr>
      <vt:lpstr>Udat p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逆流的小鱼</dc:creator>
  <cp:lastModifiedBy>Estadisticas ComplejoC5</cp:lastModifiedBy>
  <cp:revision>379</cp:revision>
  <dcterms:created xsi:type="dcterms:W3CDTF">2017-08-24T11:47:32Z</dcterms:created>
  <dcterms:modified xsi:type="dcterms:W3CDTF">2026-02-05T16:09:02Z</dcterms:modified>
</cp:coreProperties>
</file>