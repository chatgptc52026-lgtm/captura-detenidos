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2026-05-25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FLAGRANCIA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LEANDRO JONATHAN DIAZ ARJONA DE 20 AÑOS DE EDAD</a:t>
            </a:r>
          </a:p>
          <a:p>
            <a:r>
              <a:rPr lang="es-MX" sz="1000" b="1" dirty="0">
                <a:latin typeface="Calibri" panose="020F0502020204030204"/>
              </a:rPr>
              <a:t>ALIAS: LA WERA</a:t>
            </a:r>
          </a:p>
          <a:p>
            <a:r>
              <a:rPr lang="es-MX" sz="1000" b="1" dirty="0">
                <a:latin typeface="Calibri" panose="020F0502020204030204"/>
              </a:rPr>
              <a:t>JOSMAR ARMANDO ARJONA HERRERA DE 19 AÑOS DE EDAD</a:t>
            </a:r>
          </a:p>
          <a:p>
            <a:r>
              <a:rPr lang="es-MX" sz="1000" b="1" dirty="0">
                <a:latin typeface="Calibri" panose="020F0502020204030204"/>
              </a:rPr>
              <a:t>ALIAS:LAMPARA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>ESTA DETENCIÓN SE REALIZÓ SOBRE RECORRIDO, DERIVADO DE UNA INSPECCIÓN, DONDE  LOS DETENIDOS ADOPTARON UNA ACTITUD EVASIVA EN CONTRA DE LOS ELEMENTOS POR LO CUAL FUERON PUESTOS A DISPOSICIÓN DE LA AUTORIDAD CORRESPONDIENTE</a:t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PEP_COZ</a:t>
            </a: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registro_img1_9bbf11bf8fb34e18b6fde30a47958a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48" y="1982154"/>
            <a:ext cx="392888" cy="246221"/>
          </a:xfrm>
          <a:prstGeom prst="rect">
            <a:avLst/>
          </a:prstGeom>
        </p:spPr>
      </p:pic>
      <p:pic>
        <p:nvPicPr>
          <p:cNvPr id="9" name="Picture 8" descr="registro_img2_cd5175d249fd4013a9374e057d09cd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250" y="1982154"/>
            <a:ext cx="465768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