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notesMasterIdLst>
    <p:notesMasterId r:id="rId4"/>
  </p:notesMasterIdLst>
  <p:sldIdLst>
    <p:sldId id="5787" r:id="rId3"/>
  </p:sldIdLst>
  <p:sldSz cx="12192000" cy="6858000"/>
  <p:notesSz cx="6858000" cy="9144000"/>
  <p:custDataLst>
    <p:tags r:id="rId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0000"/>
    <a:srgbClr val="F6F6F6"/>
    <a:srgbClr val="580000"/>
    <a:srgbClr val="9999FF"/>
    <a:srgbClr val="6666FF"/>
    <a:srgbClr val="0073A6"/>
    <a:srgbClr val="0085AE"/>
    <a:srgbClr val="3AA7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3832" autoAdjust="0"/>
  </p:normalViewPr>
  <p:slideViewPr>
    <p:cSldViewPr snapToGrid="0" showGuides="1">
      <p:cViewPr varScale="1">
        <p:scale>
          <a:sx n="100" d="100"/>
          <a:sy n="100" d="100"/>
        </p:scale>
        <p:origin x="924" y="84"/>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tags" Target="tags/tag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73DDA-EF99-4D0F-AD1E-35929B033D15}" type="datetimeFigureOut">
              <a:rPr lang="zh-CN" altLang="en-US" smtClean="0"/>
              <a:t>2026/2/5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103264-7A87-4363-AFA4-CCAB038A6429}" type="slidenum">
              <a:rPr lang="zh-CN" altLang="en-US" smtClean="0"/>
              <a:t>‹Nº›</a:t>
            </a:fld>
            <a:endParaRPr lang="zh-CN" altLang="en-US"/>
          </a:p>
        </p:txBody>
      </p:sp>
    </p:spTree>
    <p:extLst>
      <p:ext uri="{BB962C8B-B14F-4D97-AF65-F5344CB8AC3E}">
        <p14:creationId xmlns:p14="http://schemas.microsoft.com/office/powerpoint/2010/main" val="332152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206016"/>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仅标题">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FED0EA90-7795-4749-888D-60C300EE35EB}"/>
              </a:ext>
            </a:extLst>
          </p:cNvPr>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a:extLst>
              <a:ext uri="{FF2B5EF4-FFF2-40B4-BE49-F238E27FC236}">
                <a16:creationId xmlns:a16="http://schemas.microsoft.com/office/drawing/2014/main" id="{65697559-FEAD-4314-A72D-43B33F3BC8E6}"/>
              </a:ext>
            </a:extLst>
          </p:cNvPr>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a:extLst>
              <a:ext uri="{FF2B5EF4-FFF2-40B4-BE49-F238E27FC236}">
                <a16:creationId xmlns:a16="http://schemas.microsoft.com/office/drawing/2014/main" id="{032B7C4B-9DE7-42E6-9E55-A2C717C78A9E}"/>
              </a:ext>
            </a:extLst>
          </p:cNvPr>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a:extLst>
              <a:ext uri="{FF2B5EF4-FFF2-40B4-BE49-F238E27FC236}">
                <a16:creationId xmlns:a16="http://schemas.microsoft.com/office/drawing/2014/main" id="{42A96E9B-CD21-4656-9030-A7F4AE07A2C1}"/>
              </a:ext>
            </a:extLst>
          </p:cNvPr>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6" name="TextBox 57">
            <a:extLst>
              <a:ext uri="{FF2B5EF4-FFF2-40B4-BE49-F238E27FC236}">
                <a16:creationId xmlns:a16="http://schemas.microsoft.com/office/drawing/2014/main" id="{57049035-9568-4049-AD08-86954D460E03}"/>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7" name="TextBox 58">
            <a:extLst>
              <a:ext uri="{FF2B5EF4-FFF2-40B4-BE49-F238E27FC236}">
                <a16:creationId xmlns:a16="http://schemas.microsoft.com/office/drawing/2014/main" id="{CFCB8C34-4DE8-4D50-BF41-744A8E3DEE47}"/>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9" name="TextBox 60">
            <a:extLst>
              <a:ext uri="{FF2B5EF4-FFF2-40B4-BE49-F238E27FC236}">
                <a16:creationId xmlns:a16="http://schemas.microsoft.com/office/drawing/2014/main" id="{90C65F52-4D9D-48E3-AB24-E6E9CA323DEE}"/>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442037789"/>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2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1520702" y="1378857"/>
            <a:ext cx="2561770" cy="2561770"/>
          </a:xfrm>
          <a:custGeom>
            <a:avLst/>
            <a:gdLst>
              <a:gd name="connsiteX0" fmla="*/ 1280885 w 2561770"/>
              <a:gd name="connsiteY0" fmla="*/ 0 h 2561770"/>
              <a:gd name="connsiteX1" fmla="*/ 2561770 w 2561770"/>
              <a:gd name="connsiteY1" fmla="*/ 1280885 h 2561770"/>
              <a:gd name="connsiteX2" fmla="*/ 1280885 w 2561770"/>
              <a:gd name="connsiteY2" fmla="*/ 2561770 h 2561770"/>
              <a:gd name="connsiteX3" fmla="*/ 0 w 2561770"/>
              <a:gd name="connsiteY3" fmla="*/ 1280885 h 2561770"/>
              <a:gd name="connsiteX4" fmla="*/ 1280885 w 2561770"/>
              <a:gd name="connsiteY4" fmla="*/ 0 h 2561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770" h="2561770">
                <a:moveTo>
                  <a:pt x="1280885" y="0"/>
                </a:moveTo>
                <a:cubicBezTo>
                  <a:pt x="1988298" y="0"/>
                  <a:pt x="2561770" y="573472"/>
                  <a:pt x="2561770" y="1280885"/>
                </a:cubicBezTo>
                <a:cubicBezTo>
                  <a:pt x="2561770" y="1988298"/>
                  <a:pt x="1988298" y="2561770"/>
                  <a:pt x="1280885" y="2561770"/>
                </a:cubicBezTo>
                <a:cubicBezTo>
                  <a:pt x="573472" y="2561770"/>
                  <a:pt x="0" y="1988298"/>
                  <a:pt x="0" y="1280885"/>
                </a:cubicBezTo>
                <a:cubicBezTo>
                  <a:pt x="0" y="573472"/>
                  <a:pt x="573472" y="0"/>
                  <a:pt x="1280885" y="0"/>
                </a:cubicBezTo>
                <a:close/>
              </a:path>
            </a:pathLst>
          </a:custGeom>
          <a:solidFill>
            <a:schemeClr val="tx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a:endParaRPr lang="zh-CN" altLang="en-US"/>
          </a:p>
        </p:txBody>
      </p:sp>
    </p:spTree>
    <p:extLst>
      <p:ext uri="{BB962C8B-B14F-4D97-AF65-F5344CB8AC3E}">
        <p14:creationId xmlns:p14="http://schemas.microsoft.com/office/powerpoint/2010/main" val="4187863182"/>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1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0"/>
            <a:ext cx="4564564" cy="6858000"/>
          </a:xfrm>
          <a:custGeom>
            <a:avLst/>
            <a:gdLst>
              <a:gd name="connsiteX0" fmla="*/ 0 w 4564564"/>
              <a:gd name="connsiteY0" fmla="*/ 0 h 6858000"/>
              <a:gd name="connsiteX1" fmla="*/ 2066831 w 4564564"/>
              <a:gd name="connsiteY1" fmla="*/ 0 h 6858000"/>
              <a:gd name="connsiteX2" fmla="*/ 4564564 w 4564564"/>
              <a:gd name="connsiteY2" fmla="*/ 3428999 h 6858000"/>
              <a:gd name="connsiteX3" fmla="*/ 4564563 w 4564564"/>
              <a:gd name="connsiteY3" fmla="*/ 3429000 h 6858000"/>
              <a:gd name="connsiteX4" fmla="*/ 4564564 w 4564564"/>
              <a:gd name="connsiteY4" fmla="*/ 3429001 h 6858000"/>
              <a:gd name="connsiteX5" fmla="*/ 2066831 w 4564564"/>
              <a:gd name="connsiteY5" fmla="*/ 6858000 h 6858000"/>
              <a:gd name="connsiteX6" fmla="*/ 0 w 45645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64564" h="6858000">
                <a:moveTo>
                  <a:pt x="0" y="0"/>
                </a:moveTo>
                <a:lnTo>
                  <a:pt x="2066831" y="0"/>
                </a:lnTo>
                <a:lnTo>
                  <a:pt x="4564564" y="3428999"/>
                </a:lnTo>
                <a:lnTo>
                  <a:pt x="4564563" y="3429000"/>
                </a:lnTo>
                <a:lnTo>
                  <a:pt x="4564564" y="3429001"/>
                </a:lnTo>
                <a:lnTo>
                  <a:pt x="2066831" y="6858000"/>
                </a:lnTo>
                <a:lnTo>
                  <a:pt x="0" y="685800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133806906"/>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2645396" y="1552093"/>
            <a:ext cx="3318388" cy="3318388"/>
          </a:xfrm>
          <a:custGeom>
            <a:avLst/>
            <a:gdLst>
              <a:gd name="connsiteX0" fmla="*/ 1659194 w 3318388"/>
              <a:gd name="connsiteY0" fmla="*/ 0 h 3318388"/>
              <a:gd name="connsiteX1" fmla="*/ 3318388 w 3318388"/>
              <a:gd name="connsiteY1" fmla="*/ 1659194 h 3318388"/>
              <a:gd name="connsiteX2" fmla="*/ 1659194 w 3318388"/>
              <a:gd name="connsiteY2" fmla="*/ 3318388 h 3318388"/>
              <a:gd name="connsiteX3" fmla="*/ 0 w 3318388"/>
              <a:gd name="connsiteY3" fmla="*/ 1659194 h 3318388"/>
              <a:gd name="connsiteX4" fmla="*/ 1659194 w 3318388"/>
              <a:gd name="connsiteY4" fmla="*/ 0 h 3318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8388" h="3318388">
                <a:moveTo>
                  <a:pt x="1659194" y="0"/>
                </a:moveTo>
                <a:cubicBezTo>
                  <a:pt x="2575542" y="0"/>
                  <a:pt x="3318388" y="742846"/>
                  <a:pt x="3318388" y="1659194"/>
                </a:cubicBezTo>
                <a:cubicBezTo>
                  <a:pt x="3318388" y="2575542"/>
                  <a:pt x="2575542" y="3318388"/>
                  <a:pt x="1659194" y="3318388"/>
                </a:cubicBezTo>
                <a:cubicBezTo>
                  <a:pt x="742846" y="3318388"/>
                  <a:pt x="0" y="2575542"/>
                  <a:pt x="0" y="1659194"/>
                </a:cubicBezTo>
                <a:cubicBezTo>
                  <a:pt x="0" y="742846"/>
                  <a:pt x="742846" y="0"/>
                  <a:pt x="1659194" y="0"/>
                </a:cubicBezTo>
                <a:close/>
              </a:path>
            </a:pathLst>
          </a:custGeom>
          <a:solidFill>
            <a:schemeClr val="tx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a:endParaRPr lang="zh-CN" altLang="en-US"/>
          </a:p>
        </p:txBody>
      </p:sp>
    </p:spTree>
    <p:extLst>
      <p:ext uri="{BB962C8B-B14F-4D97-AF65-F5344CB8AC3E}">
        <p14:creationId xmlns:p14="http://schemas.microsoft.com/office/powerpoint/2010/main" val="2487737047"/>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8781038"/>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noAutofit/>
          </a:bodyPr>
          <a:lstStyle>
            <a:lvl1pPr algn="ctr">
              <a:defRPr sz="8800" b="1">
                <a:solidFill>
                  <a:srgbClr val="8E1C3D"/>
                </a:solidFill>
              </a:defRPr>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s-MX"/>
          </a:p>
        </p:txBody>
      </p:sp>
      <p:sp>
        <p:nvSpPr>
          <p:cNvPr id="4" name="Marcador de fecha 3"/>
          <p:cNvSpPr>
            <a:spLocks noGrp="1"/>
          </p:cNvSpPr>
          <p:nvPr>
            <p:ph type="dt" sz="half" idx="10"/>
          </p:nvPr>
        </p:nvSpPr>
        <p:spPr/>
        <p:txBody>
          <a:bodyPr/>
          <a:lstStyle/>
          <a:p>
            <a:fld id="{0E758A73-A37E-4295-BC6C-6919AE36579C}" type="datetimeFigureOut">
              <a:rPr lang="es-MX" smtClean="0"/>
              <a:t>05/02/2026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5E7DDBEC-D66B-4AF3-AA4B-CF3C078A38AE}" type="slidenum">
              <a:rPr lang="es-MX" smtClean="0"/>
              <a:t>‹Nº›</a:t>
            </a:fld>
            <a:endParaRPr lang="es-MX"/>
          </a:p>
        </p:txBody>
      </p:sp>
      <p:pic>
        <p:nvPicPr>
          <p:cNvPr id="8" name="Imagen 7">
            <a:extLst>
              <a:ext uri="{FF2B5EF4-FFF2-40B4-BE49-F238E27FC236}">
                <a16:creationId xmlns:a16="http://schemas.microsoft.com/office/drawing/2014/main" id="{A6569CC7-F699-F56C-48BB-12D4A33C74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533672" cy="686003"/>
          </a:xfrm>
          <a:prstGeom prst="rect">
            <a:avLst/>
          </a:prstGeom>
        </p:spPr>
      </p:pic>
      <p:sp>
        <p:nvSpPr>
          <p:cNvPr id="10" name="Rectángulo 9">
            <a:extLst>
              <a:ext uri="{FF2B5EF4-FFF2-40B4-BE49-F238E27FC236}">
                <a16:creationId xmlns:a16="http://schemas.microsoft.com/office/drawing/2014/main" id="{2E9EDBDA-D5E8-4A20-B63C-FCFB51638C93}"/>
              </a:ext>
            </a:extLst>
          </p:cNvPr>
          <p:cNvSpPr/>
          <p:nvPr userDrawn="1"/>
        </p:nvSpPr>
        <p:spPr>
          <a:xfrm>
            <a:off x="0" y="6381750"/>
            <a:ext cx="12192000" cy="476250"/>
          </a:xfrm>
          <a:prstGeom prst="rect">
            <a:avLst/>
          </a:prstGeom>
          <a:solidFill>
            <a:srgbClr val="6C0000"/>
          </a:solidFill>
          <a:ln>
            <a:solidFill>
              <a:srgbClr val="6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Imagen 10">
            <a:extLst>
              <a:ext uri="{FF2B5EF4-FFF2-40B4-BE49-F238E27FC236}">
                <a16:creationId xmlns:a16="http://schemas.microsoft.com/office/drawing/2014/main" id="{BB7EDF9D-6077-490B-8635-9DC0299C4AD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1"/>
            <a:ext cx="12192000" cy="6381750"/>
          </a:xfrm>
          <a:prstGeom prst="rect">
            <a:avLst/>
          </a:prstGeom>
        </p:spPr>
      </p:pic>
      <p:pic>
        <p:nvPicPr>
          <p:cNvPr id="12" name="bg object 19">
            <a:extLst>
              <a:ext uri="{FF2B5EF4-FFF2-40B4-BE49-F238E27FC236}">
                <a16:creationId xmlns:a16="http://schemas.microsoft.com/office/drawing/2014/main" id="{02BF7C51-B714-4301-AFCB-6DEDF5E5296D}"/>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0" y="39024"/>
            <a:ext cx="1280166" cy="431320"/>
          </a:xfrm>
          <a:prstGeom prst="rect">
            <a:avLst/>
          </a:prstGeom>
        </p:spPr>
      </p:pic>
    </p:spTree>
    <p:extLst>
      <p:ext uri="{BB962C8B-B14F-4D97-AF65-F5344CB8AC3E}">
        <p14:creationId xmlns:p14="http://schemas.microsoft.com/office/powerpoint/2010/main" val="379731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84184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2.xml"/><Relationship Id="rId3" Type="http://schemas.openxmlformats.org/officeDocument/2006/relationships/image" Target="../media/image4.png"/><Relationship Id="rId4" Type="http://schemas.openxmlformats.org/officeDocument/2006/relationships/image" Target="../media/image5.emf"/><Relationship Id="rId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6416673"/>
            <a:ext cx="12192000" cy="361950"/>
          </a:xfrm>
          <a:prstGeom prst="rect">
            <a:avLst/>
          </a:prstGeom>
          <a:solidFill>
            <a:srgbClr val="0073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0" y="6496050"/>
            <a:ext cx="12192000" cy="361950"/>
          </a:xfrm>
          <a:prstGeom prst="rect">
            <a:avLst/>
          </a:prstGeom>
          <a:solidFill>
            <a:srgbClr val="0085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522514" y="341992"/>
            <a:ext cx="159658" cy="703036"/>
          </a:xfrm>
          <a:prstGeom prst="rect">
            <a:avLst/>
          </a:prstGeom>
          <a:solidFill>
            <a:srgbClr val="0085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4519038"/>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76" r:id="rId3"/>
    <p:sldLayoutId id="2147483675" r:id="rId4"/>
    <p:sldLayoutId id="2147483674" r:id="rId5"/>
    <p:sldLayoutId id="2147483662" r:id="rId6"/>
    <p:sldLayoutId id="2147483680" r:id="rId7"/>
  </p:sldLayoutIdLst>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6" name="Imagen 35">
            <a:extLst>
              <a:ext uri="{FF2B5EF4-FFF2-40B4-BE49-F238E27FC236}">
                <a16:creationId xmlns:a16="http://schemas.microsoft.com/office/drawing/2014/main" id="{9788228D-A0BA-43FF-BEC3-79B3F07317D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62" y="428"/>
            <a:ext cx="12190476" cy="6857143"/>
          </a:xfrm>
          <a:prstGeom prst="rect">
            <a:avLst/>
          </a:prstGeom>
        </p:spPr>
      </p:pic>
      <p:pic>
        <p:nvPicPr>
          <p:cNvPr id="5" name="Imagen 4">
            <a:extLst>
              <a:ext uri="{FF2B5EF4-FFF2-40B4-BE49-F238E27FC236}">
                <a16:creationId xmlns:a16="http://schemas.microsoft.com/office/drawing/2014/main" id="{91F8D70A-7D65-CB35-CF46-EAF4D1EFD696}"/>
              </a:ext>
            </a:extLst>
          </p:cNvPr>
          <p:cNvPicPr>
            <a:picLocks noChangeAspect="1"/>
          </p:cNvPicPr>
          <p:nvPr userDrawn="1"/>
        </p:nvPicPr>
        <p:blipFill>
          <a:blip r:embed="rId4"/>
          <a:stretch>
            <a:fillRect/>
          </a:stretch>
        </p:blipFill>
        <p:spPr>
          <a:xfrm rot="16200000">
            <a:off x="11249437" y="-26981"/>
            <a:ext cx="966250" cy="973859"/>
          </a:xfrm>
          <a:prstGeom prst="rect">
            <a:avLst/>
          </a:prstGeom>
        </p:spPr>
      </p:pic>
      <p:sp>
        <p:nvSpPr>
          <p:cNvPr id="6" name="Rectángulo 5">
            <a:extLst>
              <a:ext uri="{FF2B5EF4-FFF2-40B4-BE49-F238E27FC236}">
                <a16:creationId xmlns:a16="http://schemas.microsoft.com/office/drawing/2014/main" id="{3A2A7337-98DD-AB18-20E3-52638C64C7C3}"/>
              </a:ext>
            </a:extLst>
          </p:cNvPr>
          <p:cNvSpPr/>
          <p:nvPr userDrawn="1"/>
        </p:nvSpPr>
        <p:spPr>
          <a:xfrm>
            <a:off x="529968" y="77843"/>
            <a:ext cx="11671808" cy="504847"/>
          </a:xfrm>
          <a:prstGeom prst="rect">
            <a:avLst/>
          </a:prstGeom>
          <a:solidFill>
            <a:srgbClr val="901A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Freeform 10">
            <a:extLst>
              <a:ext uri="{FF2B5EF4-FFF2-40B4-BE49-F238E27FC236}">
                <a16:creationId xmlns:a16="http://schemas.microsoft.com/office/drawing/2014/main" id="{56E08239-42B4-59BD-8CA0-2DC77DCEE26F}"/>
              </a:ext>
            </a:extLst>
          </p:cNvPr>
          <p:cNvSpPr>
            <a:spLocks/>
          </p:cNvSpPr>
          <p:nvPr userDrawn="1"/>
        </p:nvSpPr>
        <p:spPr bwMode="auto">
          <a:xfrm rot="5400000">
            <a:off x="399483" y="6617339"/>
            <a:ext cx="195263" cy="258763"/>
          </a:xfrm>
          <a:custGeom>
            <a:avLst/>
            <a:gdLst>
              <a:gd name="T0" fmla="*/ 0 w 123"/>
              <a:gd name="T1" fmla="*/ 0 h 163"/>
              <a:gd name="T2" fmla="*/ 0 w 123"/>
              <a:gd name="T3" fmla="*/ 163 h 163"/>
              <a:gd name="T4" fmla="*/ 123 w 123"/>
              <a:gd name="T5" fmla="*/ 81 h 163"/>
              <a:gd name="T6" fmla="*/ 0 w 123"/>
              <a:gd name="T7" fmla="*/ 0 h 163"/>
            </a:gdLst>
            <a:ahLst/>
            <a:cxnLst>
              <a:cxn ang="0">
                <a:pos x="T0" y="T1"/>
              </a:cxn>
              <a:cxn ang="0">
                <a:pos x="T2" y="T3"/>
              </a:cxn>
              <a:cxn ang="0">
                <a:pos x="T4" y="T5"/>
              </a:cxn>
              <a:cxn ang="0">
                <a:pos x="T6" y="T7"/>
              </a:cxn>
            </a:cxnLst>
            <a:rect l="0" t="0" r="r" b="b"/>
            <a:pathLst>
              <a:path w="123" h="163">
                <a:moveTo>
                  <a:pt x="0" y="0"/>
                </a:moveTo>
                <a:lnTo>
                  <a:pt x="0" y="163"/>
                </a:lnTo>
                <a:lnTo>
                  <a:pt x="123" y="81"/>
                </a:lnTo>
                <a:lnTo>
                  <a:pt x="0" y="0"/>
                </a:lnTo>
                <a:close/>
              </a:path>
            </a:pathLst>
          </a:custGeom>
          <a:solidFill>
            <a:srgbClr val="1F28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MX"/>
          </a:p>
        </p:txBody>
      </p:sp>
      <p:sp>
        <p:nvSpPr>
          <p:cNvPr id="12" name="Rectángulo redondeado 9">
            <a:extLst>
              <a:ext uri="{FF2B5EF4-FFF2-40B4-BE49-F238E27FC236}">
                <a16:creationId xmlns:a16="http://schemas.microsoft.com/office/drawing/2014/main" id="{206E79FF-6B1A-E997-4954-F1C94FF3AF77}"/>
              </a:ext>
            </a:extLst>
          </p:cNvPr>
          <p:cNvSpPr/>
          <p:nvPr userDrawn="1"/>
        </p:nvSpPr>
        <p:spPr>
          <a:xfrm>
            <a:off x="1146777" y="8707"/>
            <a:ext cx="3730027" cy="578882"/>
          </a:xfrm>
          <a:prstGeom prst="roundRect">
            <a:avLst/>
          </a:prstGeom>
          <a:solidFill>
            <a:srgbClr val="3C3935"/>
          </a:solidFill>
          <a:ln>
            <a:noFill/>
          </a:ln>
          <a:effectLst/>
          <a:scene3d>
            <a:camera prst="orthographicFront">
              <a:rot lat="0" lon="0" rev="0"/>
            </a:camera>
            <a:lightRig rig="contrasting" dir="t">
              <a:rot lat="0" lon="0" rev="1500000"/>
            </a:lightRig>
          </a:scene3d>
          <a:sp3d prstMaterial="metal"/>
        </p:spPr>
        <p:txBody>
          <a:bodyPr wrap="square" rtlCol="0">
            <a:spAutoFit/>
          </a:bodyPr>
          <a:lstStyle/>
          <a:p>
            <a:pPr algn="ctr"/>
            <a:r>
              <a:rPr lang="es-MX" sz="1400" b="1" dirty="0">
                <a:solidFill>
                  <a:prstClr val="white"/>
                </a:solidFill>
              </a:rPr>
              <a:t>SECRETARÍA DE SEGURIDAD CIUDADANA </a:t>
            </a:r>
          </a:p>
          <a:p>
            <a:pPr algn="ctr"/>
            <a:r>
              <a:rPr lang="es-MX" sz="1400" b="1" dirty="0">
                <a:solidFill>
                  <a:prstClr val="white"/>
                </a:solidFill>
              </a:rPr>
              <a:t>DEL ESTADO DE QUINTANA ROO</a:t>
            </a:r>
          </a:p>
        </p:txBody>
      </p:sp>
      <p:sp>
        <p:nvSpPr>
          <p:cNvPr id="13" name="8 Rectángulo">
            <a:extLst>
              <a:ext uri="{FF2B5EF4-FFF2-40B4-BE49-F238E27FC236}">
                <a16:creationId xmlns:a16="http://schemas.microsoft.com/office/drawing/2014/main" id="{5039D862-306A-A08A-BC37-D39E896893F1}"/>
              </a:ext>
            </a:extLst>
          </p:cNvPr>
          <p:cNvSpPr/>
          <p:nvPr userDrawn="1"/>
        </p:nvSpPr>
        <p:spPr>
          <a:xfrm>
            <a:off x="2381" y="588102"/>
            <a:ext cx="12204854" cy="45719"/>
          </a:xfrm>
          <a:prstGeom prst="rect">
            <a:avLst/>
          </a:prstGeom>
          <a:solidFill>
            <a:srgbClr val="FFC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dirty="0">
              <a:solidFill>
                <a:prstClr val="white"/>
              </a:solidFill>
            </a:endParaRPr>
          </a:p>
        </p:txBody>
      </p:sp>
      <p:sp>
        <p:nvSpPr>
          <p:cNvPr id="14" name="Rectángulo 13">
            <a:extLst>
              <a:ext uri="{FF2B5EF4-FFF2-40B4-BE49-F238E27FC236}">
                <a16:creationId xmlns:a16="http://schemas.microsoft.com/office/drawing/2014/main" id="{FEF9C8CB-79A3-AAED-F3DB-3D497A7CAA1B}"/>
              </a:ext>
            </a:extLst>
          </p:cNvPr>
          <p:cNvSpPr/>
          <p:nvPr userDrawn="1"/>
        </p:nvSpPr>
        <p:spPr>
          <a:xfrm>
            <a:off x="-13649" y="0"/>
            <a:ext cx="1405467" cy="595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5" name="bg object 19">
            <a:extLst>
              <a:ext uri="{FF2B5EF4-FFF2-40B4-BE49-F238E27FC236}">
                <a16:creationId xmlns:a16="http://schemas.microsoft.com/office/drawing/2014/main" id="{7B9DF25D-678C-0EF8-2081-9D2698ED0211}"/>
              </a:ext>
            </a:extLst>
          </p:cNvPr>
          <p:cNvPicPr/>
          <p:nvPr userDrawn="1"/>
        </p:nvPicPr>
        <p:blipFill>
          <a:blip r:embed="rId5" cstate="screen">
            <a:extLst>
              <a:ext uri="{28A0092B-C50C-407E-A947-70E740481C1C}">
                <a14:useLocalDpi xmlns:a14="http://schemas.microsoft.com/office/drawing/2010/main"/>
              </a:ext>
            </a:extLst>
          </a:blip>
          <a:stretch>
            <a:fillRect/>
          </a:stretch>
        </p:blipFill>
        <p:spPr>
          <a:xfrm>
            <a:off x="32169" y="77856"/>
            <a:ext cx="1280166" cy="431320"/>
          </a:xfrm>
          <a:prstGeom prst="rect">
            <a:avLst/>
          </a:prstGeom>
        </p:spPr>
      </p:pic>
      <p:sp>
        <p:nvSpPr>
          <p:cNvPr id="2" name="Trapecio 1">
            <a:extLst>
              <a:ext uri="{FF2B5EF4-FFF2-40B4-BE49-F238E27FC236}">
                <a16:creationId xmlns:a16="http://schemas.microsoft.com/office/drawing/2014/main" id="{F615B314-7FE3-4B41-8EDD-88C4C64B6317}"/>
              </a:ext>
            </a:extLst>
          </p:cNvPr>
          <p:cNvSpPr/>
          <p:nvPr userDrawn="1"/>
        </p:nvSpPr>
        <p:spPr>
          <a:xfrm>
            <a:off x="626496" y="6642236"/>
            <a:ext cx="10967524" cy="195263"/>
          </a:xfrm>
          <a:prstGeom prst="trapezoid">
            <a:avLst>
              <a:gd name="adj" fmla="val 65466"/>
            </a:avLst>
          </a:prstGeom>
          <a:solidFill>
            <a:srgbClr val="E91D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0" name="Freeform 10">
            <a:extLst>
              <a:ext uri="{FF2B5EF4-FFF2-40B4-BE49-F238E27FC236}">
                <a16:creationId xmlns:a16="http://schemas.microsoft.com/office/drawing/2014/main" id="{949C0238-B7B3-4D5A-AB49-011B35071EB9}"/>
              </a:ext>
            </a:extLst>
          </p:cNvPr>
          <p:cNvSpPr>
            <a:spLocks/>
          </p:cNvSpPr>
          <p:nvPr userDrawn="1"/>
        </p:nvSpPr>
        <p:spPr bwMode="auto">
          <a:xfrm rot="5400000">
            <a:off x="11641767" y="6610486"/>
            <a:ext cx="195263" cy="258763"/>
          </a:xfrm>
          <a:custGeom>
            <a:avLst/>
            <a:gdLst>
              <a:gd name="T0" fmla="*/ 0 w 123"/>
              <a:gd name="T1" fmla="*/ 0 h 163"/>
              <a:gd name="T2" fmla="*/ 0 w 123"/>
              <a:gd name="T3" fmla="*/ 163 h 163"/>
              <a:gd name="T4" fmla="*/ 123 w 123"/>
              <a:gd name="T5" fmla="*/ 81 h 163"/>
              <a:gd name="T6" fmla="*/ 0 w 123"/>
              <a:gd name="T7" fmla="*/ 0 h 163"/>
            </a:gdLst>
            <a:ahLst/>
            <a:cxnLst>
              <a:cxn ang="0">
                <a:pos x="T0" y="T1"/>
              </a:cxn>
              <a:cxn ang="0">
                <a:pos x="T2" y="T3"/>
              </a:cxn>
              <a:cxn ang="0">
                <a:pos x="T4" y="T5"/>
              </a:cxn>
              <a:cxn ang="0">
                <a:pos x="T6" y="T7"/>
              </a:cxn>
            </a:cxnLst>
            <a:rect l="0" t="0" r="r" b="b"/>
            <a:pathLst>
              <a:path w="123" h="163">
                <a:moveTo>
                  <a:pt x="0" y="0"/>
                </a:moveTo>
                <a:lnTo>
                  <a:pt x="0" y="163"/>
                </a:lnTo>
                <a:lnTo>
                  <a:pt x="123" y="81"/>
                </a:lnTo>
                <a:lnTo>
                  <a:pt x="0" y="0"/>
                </a:lnTo>
                <a:close/>
              </a:path>
            </a:pathLst>
          </a:custGeom>
          <a:solidFill>
            <a:srgbClr val="1F28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MX"/>
          </a:p>
        </p:txBody>
      </p:sp>
    </p:spTree>
    <p:extLst>
      <p:ext uri="{BB962C8B-B14F-4D97-AF65-F5344CB8AC3E}">
        <p14:creationId xmlns:p14="http://schemas.microsoft.com/office/powerpoint/2010/main" val="106067456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4479B-CFAC-2336-96F6-895ED679DE5A}"/>
            </a:ext>
          </a:extLst>
        </p:cNvPr>
        <p:cNvGrpSpPr/>
        <p:nvPr/>
      </p:nvGrpSpPr>
      <p:grpSpPr>
        <a:xfrm>
          <a:off x="0" y="0"/>
          <a:ext cx="0" cy="0"/>
          <a:chOff x="0" y="0"/>
          <a:chExt cx="0" cy="0"/>
        </a:xfrm>
      </p:grpSpPr>
      <p:sp>
        <p:nvSpPr>
          <p:cNvPr id="5" name="&lt;DETALLE&gt;">
            <a:extLst>
              <a:ext uri="{FF2B5EF4-FFF2-40B4-BE49-F238E27FC236}">
                <a16:creationId xmlns:a16="http://schemas.microsoft.com/office/drawing/2014/main" id="{90AB0689-9ECF-691C-1586-9F3D47469297}"/>
              </a:ext>
            </a:extLst>
          </p:cNvPr>
          <p:cNvSpPr txBox="1"/>
          <p:nvPr/>
        </p:nvSpPr>
        <p:spPr>
          <a:xfrm>
            <a:off x="124918" y="833797"/>
            <a:ext cx="2719287" cy="424731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FF0000"/>
                </a:solidFill>
                <a:effectLst/>
                <a:uLnTx/>
                <a:uFillTx/>
                <a:latin typeface="Calibri" panose="020F0502020204030204"/>
                <a:ea typeface="微软雅黑"/>
                <a:cs typeface="+mn-cs"/>
              </a:rPr>
              <a:t>EL  DIA : 2026-05-25</a:t>
            </a:r>
          </a:p>
          <a:p>
            <a:pPr lvl="0">
              <a:defRPr/>
            </a:pPr>
            <a:r>
              <a:rPr lang="es-MX" sz="1000" b="1" dirty="0">
                <a:latin typeface="Calibri" panose="020F0502020204030204"/>
                <a:ea typeface="微软雅黑"/>
              </a:rPr>
              <a:t>POR DELITO: FLAGRANCIA</a:t>
            </a:r>
          </a:p>
          <a:p>
            <a:pPr lvl="0">
              <a:defRPr/>
            </a:pPr>
            <a:endParaRPr lang="es-MX" sz="1000" b="1" dirty="0">
              <a:latin typeface="Calibri" panose="020F0502020204030204"/>
              <a:ea typeface="微软雅黑"/>
            </a:endParaRPr>
          </a:p>
          <a:p>
            <a:r>
              <a:rPr lang="es-MX" sz="1000" b="1" dirty="0">
                <a:latin typeface="Calibri" panose="020F0502020204030204"/>
                <a:ea typeface="微软雅黑"/>
              </a:rPr>
              <a:t>DETENIDO: </a:t>
            </a:r>
          </a:p>
          <a:p>
            <a:r>
              <a:rPr lang="es-MX" sz="1000" b="1" dirty="0">
                <a:latin typeface="Calibri" panose="020F0502020204030204"/>
                <a:ea typeface="微软雅黑"/>
              </a:rPr>
              <a:t>RODRIGO DANIEL BERRON PEREZ DE 18 AÑOS DE EDAD</a:t>
            </a:r>
          </a:p>
          <a:p>
            <a:r>
              <a:rPr lang="es-MX" sz="1000" b="1" dirty="0">
                <a:latin typeface="Calibri" panose="020F0502020204030204"/>
              </a:rPr>
              <a:t>ALIAS: SIN ALIA</a:t>
            </a:r>
          </a:p>
          <a:p>
            <a:r>
              <a:rPr lang="es-MX" sz="1000" b="1" dirty="0">
                <a:latin typeface="Calibri" panose="020F0502020204030204"/>
              </a:rPr>
              <a:t/>
            </a:r>
          </a:p>
          <a:p>
            <a:r>
              <a:rPr lang="es-MX" sz="1000" b="1" dirty="0">
                <a:latin typeface="Calibri" panose="020F0502020204030204"/>
              </a:rPr>
              <a:t>ALIAS:</a:t>
            </a:r>
          </a:p>
          <a:p>
            <a:r>
              <a:rPr lang="es-MX" sz="1000" b="1" dirty="0">
                <a:latin typeface="Calibri" panose="020F0502020204030204"/>
              </a:rPr>
              <a:t/>
            </a:r>
          </a:p>
          <a:p>
            <a:r>
              <a:rPr lang="es-MX" sz="1000" b="1" dirty="0">
                <a:latin typeface="Calibri" panose="020F0502020204030204"/>
              </a:rPr>
              <a:t>ALIAS: </a:t>
            </a:r>
          </a:p>
          <a:p>
            <a:r>
              <a:rPr lang="es-MX" sz="1000" b="1" dirty="0">
                <a:latin typeface="Calibri" panose="020F0502020204030204"/>
              </a:rPr>
              <a:t/>
            </a:r>
          </a:p>
          <a:p>
            <a:r>
              <a:rPr lang="es-MX" sz="1000" b="1" dirty="0">
                <a:latin typeface="Calibri" panose="020F0502020204030204"/>
              </a:rPr>
              <a:t>ALIAS: </a:t>
            </a:r>
          </a:p>
          <a:p>
            <a:r>
              <a:rPr lang="es-MX" sz="1000" b="1" dirty="0">
                <a:latin typeface="Calibri" panose="020F0502020204030204"/>
              </a:rPr>
              <a:t/>
            </a:r>
          </a:p>
          <a:p>
            <a:r>
              <a:rPr lang="es-MX" sz="1000" b="1" dirty="0">
                <a:latin typeface="Calibri" panose="020F0502020204030204"/>
              </a:rPr>
              <a:t>ALIAS: </a:t>
            </a:r>
          </a:p>
          <a:p>
            <a:endParaRPr lang="es-MX" sz="1000" b="1" dirty="0">
              <a:latin typeface="Calibri" panose="020F0502020204030204"/>
              <a:ea typeface="微软雅黑"/>
            </a:endParaRPr>
          </a:p>
          <a:p>
            <a:r>
              <a:rPr lang="es-MX" sz="1000" b="1" dirty="0">
                <a:latin typeface="Calibri" panose="020F0502020204030204"/>
                <a:ea typeface="微软雅黑"/>
              </a:rPr>
              <a:t>ASEGURAMIENTO: </a:t>
            </a:r>
          </a:p>
          <a:p>
            <a:r>
              <a:rPr lang="es-MX" sz="1000" b="1" dirty="0">
                <a:latin typeface="Calibri" panose="020F0502020204030204"/>
                <a:ea typeface="微软雅黑"/>
              </a:rPr>
              <a:t>SIN DATOS</a:t>
            </a:r>
          </a:p>
          <a:p>
            <a:r>
              <a:rPr lang="es-MX" sz="1000" b="1" dirty="0">
                <a:latin typeface="Calibri" panose="020F0502020204030204"/>
              </a:rPr>
              <a:t>SIN DATOS</a:t>
            </a:r>
          </a:p>
          <a:p>
            <a:r>
              <a:rPr lang="es-MX" sz="1000" b="1" dirty="0">
                <a:latin typeface="Calibri" panose="020F0502020204030204"/>
              </a:rPr>
              <a:t>SIN DATOS</a:t>
            </a:r>
          </a:p>
          <a:p>
            <a:r>
              <a:rPr lang="es-MX" sz="1000" b="1" dirty="0">
                <a:latin typeface="Calibri" panose="020F0502020204030204"/>
              </a:rPr>
              <a:t>SIN DATOS</a:t>
            </a:r>
          </a:p>
          <a:p>
            <a:r>
              <a:rPr lang="es-MX" sz="1000" b="1" dirty="0">
                <a:latin typeface="Calibri" panose="020F0502020204030204"/>
              </a:rPr>
              <a:t>SIN DATOS</a:t>
            </a:r>
          </a:p>
          <a:p>
            <a:endParaRPr lang="es-MX" sz="1000" b="1" dirty="0">
              <a:latin typeface="Calibri" panose="020F0502020204030204"/>
            </a:endParaRPr>
          </a:p>
          <a:p>
            <a:endParaRPr lang="es-MX" sz="1000" b="1" dirty="0">
              <a:latin typeface="Calibri" panose="020F0502020204030204"/>
            </a:endParaRPr>
          </a:p>
          <a:p>
            <a:endParaRPr lang="es-MX" sz="1000" b="1" dirty="0">
              <a:latin typeface="Calibri" panose="020F0502020204030204"/>
              <a:ea typeface="微软雅黑"/>
            </a:endParaRPr>
          </a:p>
          <a:p>
            <a:r>
              <a:rPr lang="es-MX" sz="1000" b="1" dirty="0">
                <a:solidFill>
                  <a:srgbClr val="FF0000"/>
                </a:solidFill>
                <a:latin typeface="Calibri" panose="020F0502020204030204"/>
                <a:ea typeface="微软雅黑"/>
              </a:rPr>
              <a:t>DATOS RELEVANTES:</a:t>
            </a:r>
          </a:p>
          <a:p>
            <a:r>
              <a:rPr lang="es-MX" sz="1000" b="1" dirty="0">
                <a:latin typeface="Calibri" panose="020F0502020204030204"/>
              </a:rPr>
              <a:t>SIENDO LAS 14:00 HORAS APROXIMADAMENTE DEL DÍA DE HOY LUNES 25 DE MAYO DEL PRESENTE AÑO, NOS ENCONTRÁBAMOS REALIZANDO RECORRIDO DE PREVENCIÓN  DEL DELITO Y VIGILANCIA ABORDO DE LA UNIDAD 12336 EN LA UBICACIÓN ANTES MENCIONADA, CUANDO TENEMOS A LA VISTA A UN MASCULINO DE COMPLEXIÓN DELGADA, TEZ MORENO CLARO, QUIEN VISTE UNA PLAYERA DE COLOR NEGRO, PANTALÓN DE MEZCLILLA DE COLOR AZUL Y TENIS DE COLOR NEGRO, CON ACTITUD EVASIVA QUIEN INTENTA CRUZAR LA AVENIDA SIN VER LA VIALIDAD DE LOS VEHÍCULOS, PERO POR LA RÁPIDA REACCIÓN DEL COMPAÑERO CONDUCTOR ES QUE FRENA DE INMEDIATO EVITANDO UN ACCIDENTE, DICHO MASCULINO QUEDA FRENTE A NOSOTROS Y DESCENDEMOS DE LA UNIDAD PARA ENTREVISTARNOS CON EL Y VERIFICAR SI SE ENCONTRABA BIEN, PERO A TAL HECHO ESTE COMIENZA A TENER UNA ACTITUD MÁS AGRESIVA Y COMIENZA A INSULTARNOS VERBAL Y FÍSICAMENTE, POR LO QUE SIENDO APROXIMADAMENTE LAS 14:06 HORAS LE DOY DE CONOCIMIENTO AL MASCULINO QUE SE ENCONTRABA FORMALMENTE DETENIDO COLOCÁNDOLES LOS DISPOSITIVOS DE SEGURIDAD Y HACIÉNDOLE LECTURA DE SUS DERECHOS, PARA PONERLO A DISPOSICIÓN ANTE LA FISCALIA GENERAL DEL ESTADO UNIDAD DE CONTROL DE DETENIDOS POR EL DELITO DE DESOBEDIENCIA Y RESISTENCIA A PARTICULARES.</a:t>
            </a:r>
          </a:p>
          <a:p>
            <a:endParaRPr lang="es-MX" sz="1000" b="1" dirty="0">
              <a:solidFill>
                <a:srgbClr val="FF0000"/>
              </a:solidFill>
              <a:latin typeface="Calibri" panose="020F0502020204030204"/>
              <a:ea typeface="微软雅黑"/>
            </a:endParaRPr>
          </a:p>
        </p:txBody>
      </p:sp>
      <p:sp>
        <p:nvSpPr>
          <p:cNvPr id="6" name="&lt;CORPORACION&gt;">
            <a:extLst>
              <a:ext uri="{FF2B5EF4-FFF2-40B4-BE49-F238E27FC236}">
                <a16:creationId xmlns:a16="http://schemas.microsoft.com/office/drawing/2014/main" id="{89630F3F-BF11-3BBA-7B3A-724023067C8F}"/>
              </a:ext>
            </a:extLst>
          </p:cNvPr>
          <p:cNvSpPr txBox="1"/>
          <p:nvPr/>
        </p:nvSpPr>
        <p:spPr>
          <a:xfrm>
            <a:off x="8598092" y="123825"/>
            <a:ext cx="3305174" cy="523220"/>
          </a:xfrm>
          <a:prstGeom prst="rect">
            <a:avLst/>
          </a:prstGeom>
          <a:noFill/>
        </p:spPr>
        <p:txBody>
          <a:bodyPr wrap="square" rtlCol="0">
            <a:spAutoFit/>
          </a:bodyPr>
          <a:lstStyle/>
          <a:p>
            <a:r>
              <a:rPr lang="es-MX" sz="2800" b="1" dirty="0">
                <a:solidFill>
                  <a:srgbClr val="6C0000"/>
                </a:solidFill>
                <a:latin typeface="Arial"/>
                <a:ea typeface="微软雅黑"/>
              </a:rPr>
              <a:t>PEP_BJ</a:t>
            </a:r>
          </a:p>
        </p:txBody>
      </p:sp>
      <p:sp>
        <p:nvSpPr>
          <p:cNvPr id="4" name="&lt;IMAGEN_3&gt;">
            <a:extLst>
              <a:ext uri="{FF2B5EF4-FFF2-40B4-BE49-F238E27FC236}">
                <a16:creationId xmlns:a16="http://schemas.microsoft.com/office/drawing/2014/main" id="{4E0586DE-E1B6-5E50-7816-B6ADDA47C201}"/>
              </a:ext>
            </a:extLst>
          </p:cNvPr>
          <p:cNvSpPr txBox="1"/>
          <p:nvPr/>
        </p:nvSpPr>
        <p:spPr>
          <a:xfrm>
            <a:off x="2812647" y="3376732"/>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&lt;IMAGEN_3&gt;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sp>
        <p:nvSpPr>
          <p:cNvPr id="7" name="&lt;IMAGEN_4&gt;">
            <a:extLst>
              <a:ext uri="{FF2B5EF4-FFF2-40B4-BE49-F238E27FC236}">
                <a16:creationId xmlns:a16="http://schemas.microsoft.com/office/drawing/2014/main" id="{CFBC70B1-659C-62D8-4DA8-BCBBB9882255}"/>
              </a:ext>
            </a:extLst>
          </p:cNvPr>
          <p:cNvSpPr txBox="1"/>
          <p:nvPr/>
        </p:nvSpPr>
        <p:spPr>
          <a:xfrm>
            <a:off x="6584547" y="3376731"/>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&lt;IMAGEN_4&gt;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descr="registro_img1_17cd329e67834af58a301fce160cc11f.jpeg"/>
          <p:cNvPicPr>
            <a:picLocks noChangeAspect="1"/>
          </p:cNvPicPr>
          <p:nvPr/>
        </p:nvPicPr>
        <p:blipFill>
          <a:blip r:embed="rId2"/>
          <a:stretch>
            <a:fillRect/>
          </a:stretch>
        </p:blipFill>
        <p:spPr>
          <a:xfrm>
            <a:off x="4448221" y="1982154"/>
            <a:ext cx="97141" cy="246221"/>
          </a:xfrm>
          <a:prstGeom prst="rect">
            <a:avLst/>
          </a:prstGeom>
        </p:spPr>
      </p:pic>
      <p:pic>
        <p:nvPicPr>
          <p:cNvPr id="9" name="Picture 8" descr="registro_img2_4c1e0d3811134deda504cdd3c5e99553.jpeg"/>
          <p:cNvPicPr>
            <a:picLocks noChangeAspect="1"/>
          </p:cNvPicPr>
          <p:nvPr/>
        </p:nvPicPr>
        <p:blipFill>
          <a:blip r:embed="rId3"/>
          <a:stretch>
            <a:fillRect/>
          </a:stretch>
        </p:blipFill>
        <p:spPr>
          <a:xfrm>
            <a:off x="8004250" y="1982154"/>
            <a:ext cx="465768" cy="246221"/>
          </a:xfrm>
          <a:prstGeom prst="rect">
            <a:avLst/>
          </a:prstGeom>
        </p:spPr>
      </p:pic>
    </p:spTree>
    <p:extLst>
      <p:ext uri="{BB962C8B-B14F-4D97-AF65-F5344CB8AC3E}">
        <p14:creationId xmlns:p14="http://schemas.microsoft.com/office/powerpoint/2010/main" val="5686384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139">
      <a:dk1>
        <a:sysClr val="windowText" lastClr="000000"/>
      </a:dk1>
      <a:lt1>
        <a:sysClr val="window" lastClr="FFFFFF"/>
      </a:lt1>
      <a:dk2>
        <a:srgbClr val="44546A"/>
      </a:dk2>
      <a:lt2>
        <a:srgbClr val="E7E6E6"/>
      </a:lt2>
      <a:accent1>
        <a:srgbClr val="0085AE"/>
      </a:accent1>
      <a:accent2>
        <a:srgbClr val="0073A6"/>
      </a:accent2>
      <a:accent3>
        <a:srgbClr val="0085AE"/>
      </a:accent3>
      <a:accent4>
        <a:srgbClr val="0073A6"/>
      </a:accent4>
      <a:accent5>
        <a:srgbClr val="0085AE"/>
      </a:accent5>
      <a:accent6>
        <a:srgbClr val="0073A6"/>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Udat 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 MARINA" id="{9679F24B-E951-4F3C-9B86-766D52D0A07E}" vid="{306C2052-8AF3-4901-BABE-E850CB41AEAF}"/>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35243</TotalTime>
  <Words>106</Words>
  <Application>Microsoft Office PowerPoint</Application>
  <PresentationFormat>Panorámica</PresentationFormat>
  <Paragraphs>31</Paragraphs>
  <Slides>1</Slides>
  <Notes>0</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1</vt:i4>
      </vt:variant>
    </vt:vector>
  </HeadingPairs>
  <TitlesOfParts>
    <vt:vector size="6" baseType="lpstr">
      <vt:lpstr>等线</vt:lpstr>
      <vt:lpstr>Arial</vt:lpstr>
      <vt:lpstr>Calibri</vt:lpstr>
      <vt:lpstr>包图主题2</vt:lpstr>
      <vt:lpstr>Udat p</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逆流的小鱼</dc:creator>
  <cp:lastModifiedBy>Estadisticas ComplejoC5</cp:lastModifiedBy>
  <cp:revision>379</cp:revision>
  <dcterms:created xsi:type="dcterms:W3CDTF">2017-08-24T11:47:32Z</dcterms:created>
  <dcterms:modified xsi:type="dcterms:W3CDTF">2026-02-05T16:09:02Z</dcterms:modified>
</cp:coreProperties>
</file>